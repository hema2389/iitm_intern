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8" r:id="rId7"/>
    <p:sldId id="259" r:id="rId8"/>
    <p:sldId id="261" r:id="rId9"/>
    <p:sldId id="260" r:id="rId10"/>
    <p:sldId id="270" r:id="rId11"/>
    <p:sldId id="272" r:id="rId12"/>
    <p:sldId id="271" r:id="rId13"/>
    <p:sldId id="274" r:id="rId14"/>
    <p:sldId id="273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422F33-EB9E-4CBC-8C0E-E51E0A27AD93}">
          <p14:sldIdLst>
            <p14:sldId id="256"/>
            <p14:sldId id="262"/>
            <p14:sldId id="268"/>
            <p14:sldId id="259"/>
            <p14:sldId id="261"/>
            <p14:sldId id="260"/>
            <p14:sldId id="270"/>
            <p14:sldId id="272"/>
            <p14:sldId id="271"/>
            <p14:sldId id="274"/>
            <p14:sldId id="27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888"/>
    <a:srgbClr val="F84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ADEA4-5C59-43C4-92A6-DFD655841916}" v="72" dt="2026-05-29T17:31:01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VARSHNI M" userId="9cb6cf49-e914-4d34-81b2-ef8b7c42e1ec" providerId="ADAL" clId="{D8161BC3-852B-4FEC-90FA-A941E8668ECF}"/>
    <pc:docChg chg="undo custSel addSld delSld modSld addSection delSection modSection">
      <pc:chgData name="HEMA VARSHNI M" userId="9cb6cf49-e914-4d34-81b2-ef8b7c42e1ec" providerId="ADAL" clId="{D8161BC3-852B-4FEC-90FA-A941E8668ECF}" dt="2026-05-29T17:31:09.036" v="708" actId="1076"/>
      <pc:docMkLst>
        <pc:docMk/>
      </pc:docMkLst>
      <pc:sldChg chg="addSp modSp mod">
        <pc:chgData name="HEMA VARSHNI M" userId="9cb6cf49-e914-4d34-81b2-ef8b7c42e1ec" providerId="ADAL" clId="{D8161BC3-852B-4FEC-90FA-A941E8668ECF}" dt="2026-05-29T17:30:16.524" v="689" actId="20577"/>
        <pc:sldMkLst>
          <pc:docMk/>
          <pc:sldMk cId="1407065901" sldId="259"/>
        </pc:sldMkLst>
        <pc:spChg chg="mod">
          <ac:chgData name="HEMA VARSHNI M" userId="9cb6cf49-e914-4d34-81b2-ef8b7c42e1ec" providerId="ADAL" clId="{D8161BC3-852B-4FEC-90FA-A941E8668ECF}" dt="2026-05-29T11:08:44.085" v="167" actId="27636"/>
          <ac:spMkLst>
            <pc:docMk/>
            <pc:sldMk cId="1407065901" sldId="259"/>
            <ac:spMk id="2" creationId="{DDE9C5A3-F222-DB82-5DE8-0E473683850B}"/>
          </ac:spMkLst>
        </pc:spChg>
        <pc:spChg chg="mod">
          <ac:chgData name="HEMA VARSHNI M" userId="9cb6cf49-e914-4d34-81b2-ef8b7c42e1ec" providerId="ADAL" clId="{D8161BC3-852B-4FEC-90FA-A941E8668ECF}" dt="2026-05-29T11:10:45.097" v="220" actId="1076"/>
          <ac:spMkLst>
            <pc:docMk/>
            <pc:sldMk cId="1407065901" sldId="259"/>
            <ac:spMk id="3" creationId="{AB3954B8-D776-3DF0-1E89-F5E10CCD0798}"/>
          </ac:spMkLst>
        </pc:spChg>
        <pc:spChg chg="add mod">
          <ac:chgData name="HEMA VARSHNI M" userId="9cb6cf49-e914-4d34-81b2-ef8b7c42e1ec" providerId="ADAL" clId="{D8161BC3-852B-4FEC-90FA-A941E8668ECF}" dt="2026-05-29T11:14:57.101" v="256" actId="14100"/>
          <ac:spMkLst>
            <pc:docMk/>
            <pc:sldMk cId="1407065901" sldId="259"/>
            <ac:spMk id="6" creationId="{FA570473-F110-29C9-A9AD-7FC40CA846E4}"/>
          </ac:spMkLst>
        </pc:spChg>
        <pc:spChg chg="add mod">
          <ac:chgData name="HEMA VARSHNI M" userId="9cb6cf49-e914-4d34-81b2-ef8b7c42e1ec" providerId="ADAL" clId="{D8161BC3-852B-4FEC-90FA-A941E8668ECF}" dt="2026-05-29T11:11:19.220" v="237" actId="14100"/>
          <ac:spMkLst>
            <pc:docMk/>
            <pc:sldMk cId="1407065901" sldId="259"/>
            <ac:spMk id="8" creationId="{FD599B93-2B48-5C30-54D3-9931F9290326}"/>
          </ac:spMkLst>
        </pc:spChg>
        <pc:spChg chg="add mod">
          <ac:chgData name="HEMA VARSHNI M" userId="9cb6cf49-e914-4d34-81b2-ef8b7c42e1ec" providerId="ADAL" clId="{D8161BC3-852B-4FEC-90FA-A941E8668ECF}" dt="2026-05-29T17:30:16.524" v="689" actId="20577"/>
          <ac:spMkLst>
            <pc:docMk/>
            <pc:sldMk cId="1407065901" sldId="259"/>
            <ac:spMk id="14" creationId="{57BF2299-AF00-663B-F0CF-912B7E4846C3}"/>
          </ac:spMkLst>
        </pc:spChg>
        <pc:picChg chg="add mod modCrop">
          <ac:chgData name="HEMA VARSHNI M" userId="9cb6cf49-e914-4d34-81b2-ef8b7c42e1ec" providerId="ADAL" clId="{D8161BC3-852B-4FEC-90FA-A941E8668ECF}" dt="2026-05-29T11:14:31.744" v="249" actId="1076"/>
          <ac:picMkLst>
            <pc:docMk/>
            <pc:sldMk cId="1407065901" sldId="259"/>
            <ac:picMk id="12" creationId="{921E1DA0-DFDB-1656-A82C-F769FB747253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9.055" v="695" actId="20577"/>
        <pc:sldMkLst>
          <pc:docMk/>
          <pc:sldMk cId="2543133401" sldId="260"/>
        </pc:sldMkLst>
        <pc:spChg chg="mod">
          <ac:chgData name="HEMA VARSHNI M" userId="9cb6cf49-e914-4d34-81b2-ef8b7c42e1ec" providerId="ADAL" clId="{D8161BC3-852B-4FEC-90FA-A941E8668ECF}" dt="2026-05-29T17:07:36.343" v="338" actId="1076"/>
          <ac:spMkLst>
            <pc:docMk/>
            <pc:sldMk cId="2543133401" sldId="260"/>
            <ac:spMk id="2" creationId="{FC5B6D3A-F49C-5B44-4FEE-D1AB5BC513F1}"/>
          </ac:spMkLst>
        </pc:spChg>
        <pc:spChg chg="mod">
          <ac:chgData name="HEMA VARSHNI M" userId="9cb6cf49-e914-4d34-81b2-ef8b7c42e1ec" providerId="ADAL" clId="{D8161BC3-852B-4FEC-90FA-A941E8668ECF}" dt="2026-05-29T17:12:59.442" v="457" actId="255"/>
          <ac:spMkLst>
            <pc:docMk/>
            <pc:sldMk cId="2543133401" sldId="260"/>
            <ac:spMk id="3" creationId="{B75A6778-9131-82D8-23A5-D8B451EDA01E}"/>
          </ac:spMkLst>
        </pc:spChg>
        <pc:spChg chg="mod">
          <ac:chgData name="HEMA VARSHNI M" userId="9cb6cf49-e914-4d34-81b2-ef8b7c42e1ec" providerId="ADAL" clId="{D8161BC3-852B-4FEC-90FA-A941E8668ECF}" dt="2026-05-29T17:12:43.379" v="454" actId="1076"/>
          <ac:spMkLst>
            <pc:docMk/>
            <pc:sldMk cId="2543133401" sldId="260"/>
            <ac:spMk id="6" creationId="{BD585E47-A280-E33E-DBEA-22AC6A92E1B9}"/>
          </ac:spMkLst>
        </pc:spChg>
        <pc:spChg chg="mod">
          <ac:chgData name="HEMA VARSHNI M" userId="9cb6cf49-e914-4d34-81b2-ef8b7c42e1ec" providerId="ADAL" clId="{D8161BC3-852B-4FEC-90FA-A941E8668ECF}" dt="2026-05-29T17:30:29.055" v="695" actId="20577"/>
          <ac:spMkLst>
            <pc:docMk/>
            <pc:sldMk cId="2543133401" sldId="260"/>
            <ac:spMk id="10" creationId="{FD6939B3-11AA-3FBF-CD1B-3EBD7EA1184F}"/>
          </ac:spMkLst>
        </pc:spChg>
        <pc:spChg chg="add del mod">
          <ac:chgData name="HEMA VARSHNI M" userId="9cb6cf49-e914-4d34-81b2-ef8b7c42e1ec" providerId="ADAL" clId="{D8161BC3-852B-4FEC-90FA-A941E8668ECF}" dt="2026-05-29T17:15:32.442" v="525" actId="478"/>
          <ac:spMkLst>
            <pc:docMk/>
            <pc:sldMk cId="2543133401" sldId="260"/>
            <ac:spMk id="18" creationId="{988FBDF7-3F6E-A646-3CA2-B73E16548BC5}"/>
          </ac:spMkLst>
        </pc:spChg>
        <pc:spChg chg="add mod">
          <ac:chgData name="HEMA VARSHNI M" userId="9cb6cf49-e914-4d34-81b2-ef8b7c42e1ec" providerId="ADAL" clId="{D8161BC3-852B-4FEC-90FA-A941E8668ECF}" dt="2026-05-29T17:30:26.523" v="693" actId="20577"/>
          <ac:spMkLst>
            <pc:docMk/>
            <pc:sldMk cId="2543133401" sldId="260"/>
            <ac:spMk id="19" creationId="{C64A9E03-5708-3EA2-D619-9A766579B93A}"/>
          </ac:spMkLst>
        </pc:spChg>
        <pc:picChg chg="add mod">
          <ac:chgData name="HEMA VARSHNI M" userId="9cb6cf49-e914-4d34-81b2-ef8b7c42e1ec" providerId="ADAL" clId="{D8161BC3-852B-4FEC-90FA-A941E8668ECF}" dt="2026-05-29T17:14:33.616" v="517" actId="1076"/>
          <ac:picMkLst>
            <pc:docMk/>
            <pc:sldMk cId="2543133401" sldId="260"/>
            <ac:picMk id="7" creationId="{2A2D90F8-5D41-97A8-7E98-C5297BB0CC42}"/>
          </ac:picMkLst>
        </pc:picChg>
        <pc:picChg chg="del">
          <ac:chgData name="HEMA VARSHNI M" userId="9cb6cf49-e914-4d34-81b2-ef8b7c42e1ec" providerId="ADAL" clId="{D8161BC3-852B-4FEC-90FA-A941E8668ECF}" dt="2026-05-29T17:12:34.182" v="450" actId="478"/>
          <ac:picMkLst>
            <pc:docMk/>
            <pc:sldMk cId="2543133401" sldId="260"/>
            <ac:picMk id="8" creationId="{6D8EBBDD-09A0-4EAF-7469-E641B77DF822}"/>
          </ac:picMkLst>
        </pc:picChg>
        <pc:picChg chg="add mod modCrop">
          <ac:chgData name="HEMA VARSHNI M" userId="9cb6cf49-e914-4d34-81b2-ef8b7c42e1ec" providerId="ADAL" clId="{D8161BC3-852B-4FEC-90FA-A941E8668ECF}" dt="2026-05-29T17:15:53.360" v="534" actId="1076"/>
          <ac:picMkLst>
            <pc:docMk/>
            <pc:sldMk cId="2543133401" sldId="260"/>
            <ac:picMk id="14" creationId="{F4BE3BF5-EA1F-C1F2-58BA-4AED55C412F9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0.864" v="691" actId="20577"/>
        <pc:sldMkLst>
          <pc:docMk/>
          <pc:sldMk cId="554731264" sldId="261"/>
        </pc:sldMkLst>
        <pc:spChg chg="mod">
          <ac:chgData name="HEMA VARSHNI M" userId="9cb6cf49-e914-4d34-81b2-ef8b7c42e1ec" providerId="ADAL" clId="{D8161BC3-852B-4FEC-90FA-A941E8668ECF}" dt="2026-05-29T11:15:19.613" v="260"/>
          <ac:spMkLst>
            <pc:docMk/>
            <pc:sldMk cId="554731264" sldId="261"/>
            <ac:spMk id="2" creationId="{46E1853B-311F-67D1-E3E5-4A4371CDA53A}"/>
          </ac:spMkLst>
        </pc:spChg>
        <pc:spChg chg="mod">
          <ac:chgData name="HEMA VARSHNI M" userId="9cb6cf49-e914-4d34-81b2-ef8b7c42e1ec" providerId="ADAL" clId="{D8161BC3-852B-4FEC-90FA-A941E8668ECF}" dt="2026-05-29T11:17:11.952" v="301" actId="14100"/>
          <ac:spMkLst>
            <pc:docMk/>
            <pc:sldMk cId="554731264" sldId="261"/>
            <ac:spMk id="3" creationId="{DAA2EF41-FEAD-89BD-866E-3C0B67CF7C15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8" creationId="{3F36B3EF-2CDA-D3D5-BBB6-D7CF2F76C4AB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10" creationId="{0599E490-F715-6476-8C02-FDF95FC723BE}"/>
          </ac:spMkLst>
        </pc:spChg>
        <pc:spChg chg="add mod">
          <ac:chgData name="HEMA VARSHNI M" userId="9cb6cf49-e914-4d34-81b2-ef8b7c42e1ec" providerId="ADAL" clId="{D8161BC3-852B-4FEC-90FA-A941E8668ECF}" dt="2026-05-29T17:30:20.864" v="691" actId="20577"/>
          <ac:spMkLst>
            <pc:docMk/>
            <pc:sldMk cId="554731264" sldId="261"/>
            <ac:spMk id="12" creationId="{B6D3DADC-E87A-39F8-FB7E-37983AE97C7B}"/>
          </ac:spMkLst>
        </pc:spChg>
        <pc:spChg chg="mod">
          <ac:chgData name="HEMA VARSHNI M" userId="9cb6cf49-e914-4d34-81b2-ef8b7c42e1ec" providerId="ADAL" clId="{D8161BC3-852B-4FEC-90FA-A941E8668ECF}" dt="2026-05-29T11:17:17.496" v="303" actId="14100"/>
          <ac:spMkLst>
            <pc:docMk/>
            <pc:sldMk cId="554731264" sldId="261"/>
            <ac:spMk id="14" creationId="{B1EB672F-F850-2017-3E2E-CEFF95285F54}"/>
          </ac:spMkLst>
        </pc:spChg>
        <pc:picChg chg="add mod">
          <ac:chgData name="HEMA VARSHNI M" userId="9cb6cf49-e914-4d34-81b2-ef8b7c42e1ec" providerId="ADAL" clId="{D8161BC3-852B-4FEC-90FA-A941E8668ECF}" dt="2026-05-29T11:18:28.254" v="331" actId="1076"/>
          <ac:picMkLst>
            <pc:docMk/>
            <pc:sldMk cId="554731264" sldId="261"/>
            <ac:picMk id="6" creationId="{42C02B37-8023-818B-1210-01CF7B5E7044}"/>
          </ac:picMkLst>
        </pc:picChg>
        <pc:picChg chg="del">
          <ac:chgData name="HEMA VARSHNI M" userId="9cb6cf49-e914-4d34-81b2-ef8b7c42e1ec" providerId="ADAL" clId="{D8161BC3-852B-4FEC-90FA-A941E8668ECF}" dt="2026-05-29T11:17:38.672" v="305" actId="478"/>
          <ac:picMkLst>
            <pc:docMk/>
            <pc:sldMk cId="554731264" sldId="261"/>
            <ac:picMk id="7" creationId="{C7EED6D5-3416-B37D-E8E4-762ACCFF18FA}"/>
          </ac:picMkLst>
        </pc:picChg>
      </pc:sldChg>
      <pc:sldChg chg="addSp modSp mod">
        <pc:chgData name="HEMA VARSHNI M" userId="9cb6cf49-e914-4d34-81b2-ef8b7c42e1ec" providerId="ADAL" clId="{D8161BC3-852B-4FEC-90FA-A941E8668ECF}" dt="2026-05-29T11:04:32.228" v="66" actId="1076"/>
        <pc:sldMkLst>
          <pc:docMk/>
          <pc:sldMk cId="3928521984" sldId="262"/>
        </pc:sldMkLst>
        <pc:spChg chg="add mod">
          <ac:chgData name="HEMA VARSHNI M" userId="9cb6cf49-e914-4d34-81b2-ef8b7c42e1ec" providerId="ADAL" clId="{D8161BC3-852B-4FEC-90FA-A941E8668ECF}" dt="2026-05-29T11:04:32.228" v="66" actId="1076"/>
          <ac:spMkLst>
            <pc:docMk/>
            <pc:sldMk cId="3928521984" sldId="262"/>
            <ac:spMk id="7" creationId="{91A47804-3C90-05E2-1EE1-663995103FC2}"/>
          </ac:spMkLst>
        </pc:spChg>
        <pc:spChg chg="mod">
          <ac:chgData name="HEMA VARSHNI M" userId="9cb6cf49-e914-4d34-81b2-ef8b7c42e1ec" providerId="ADAL" clId="{D8161BC3-852B-4FEC-90FA-A941E8668ECF}" dt="2026-05-29T11:03:43.868" v="4" actId="1076"/>
          <ac:spMkLst>
            <pc:docMk/>
            <pc:sldMk cId="3928521984" sldId="262"/>
            <ac:spMk id="16" creationId="{77DA18D8-68C3-383E-67D9-A52E8202F966}"/>
          </ac:spMkLst>
        </pc:spChg>
        <pc:picChg chg="add mod">
          <ac:chgData name="HEMA VARSHNI M" userId="9cb6cf49-e914-4d34-81b2-ef8b7c42e1ec" providerId="ADAL" clId="{D8161BC3-852B-4FEC-90FA-A941E8668ECF}" dt="2026-05-29T11:03:49.665" v="5" actId="1076"/>
          <ac:picMkLst>
            <pc:docMk/>
            <pc:sldMk cId="3928521984" sldId="262"/>
            <ac:picMk id="6" creationId="{233B36EF-4DCD-2FB4-0BDA-B4FBBD58BDA7}"/>
          </ac:picMkLst>
        </pc:picChg>
      </pc:sldChg>
      <pc:sldChg chg="del">
        <pc:chgData name="HEMA VARSHNI M" userId="9cb6cf49-e914-4d34-81b2-ef8b7c42e1ec" providerId="ADAL" clId="{D8161BC3-852B-4FEC-90FA-A941E8668ECF}" dt="2026-05-29T17:20:36.455" v="605" actId="47"/>
        <pc:sldMkLst>
          <pc:docMk/>
          <pc:sldMk cId="980299528" sldId="263"/>
        </pc:sldMkLst>
      </pc:sldChg>
      <pc:sldChg chg="del">
        <pc:chgData name="HEMA VARSHNI M" userId="9cb6cf49-e914-4d34-81b2-ef8b7c42e1ec" providerId="ADAL" clId="{D8161BC3-852B-4FEC-90FA-A941E8668ECF}" dt="2026-05-29T17:20:35.007" v="604" actId="47"/>
        <pc:sldMkLst>
          <pc:docMk/>
          <pc:sldMk cId="283968514" sldId="264"/>
        </pc:sldMkLst>
      </pc:sldChg>
      <pc:sldChg chg="addSp delSp modSp add del mod">
        <pc:chgData name="HEMA VARSHNI M" userId="9cb6cf49-e914-4d34-81b2-ef8b7c42e1ec" providerId="ADAL" clId="{D8161BC3-852B-4FEC-90FA-A941E8668ECF}" dt="2026-05-29T17:30:33.825" v="697" actId="20577"/>
        <pc:sldMkLst>
          <pc:docMk/>
          <pc:sldMk cId="709828424" sldId="265"/>
        </pc:sldMkLst>
        <pc:spChg chg="mod">
          <ac:chgData name="HEMA VARSHNI M" userId="9cb6cf49-e914-4d34-81b2-ef8b7c42e1ec" providerId="ADAL" clId="{D8161BC3-852B-4FEC-90FA-A941E8668ECF}" dt="2026-05-29T17:16:45.062" v="537"/>
          <ac:spMkLst>
            <pc:docMk/>
            <pc:sldMk cId="709828424" sldId="265"/>
            <ac:spMk id="2" creationId="{461B6E65-5AFE-2F12-40B7-7970EF4BE427}"/>
          </ac:spMkLst>
        </pc:spChg>
        <pc:spChg chg="mod">
          <ac:chgData name="HEMA VARSHNI M" userId="9cb6cf49-e914-4d34-81b2-ef8b7c42e1ec" providerId="ADAL" clId="{D8161BC3-852B-4FEC-90FA-A941E8668ECF}" dt="2026-05-29T17:23:37.823" v="650" actId="14100"/>
          <ac:spMkLst>
            <pc:docMk/>
            <pc:sldMk cId="709828424" sldId="265"/>
            <ac:spMk id="3" creationId="{7F3ACD13-9C3B-1B78-3FD9-5FA6BB0A1617}"/>
          </ac:spMkLst>
        </pc:spChg>
        <pc:spChg chg="add del mod">
          <ac:chgData name="HEMA VARSHNI M" userId="9cb6cf49-e914-4d34-81b2-ef8b7c42e1ec" providerId="ADAL" clId="{D8161BC3-852B-4FEC-90FA-A941E8668ECF}" dt="2026-05-29T17:20:59.560" v="614" actId="478"/>
          <ac:spMkLst>
            <pc:docMk/>
            <pc:sldMk cId="709828424" sldId="265"/>
            <ac:spMk id="7" creationId="{9BE16A6E-7906-66BF-9B03-CFAD827EC82D}"/>
          </ac:spMkLst>
        </pc:spChg>
        <pc:spChg chg="del">
          <ac:chgData name="HEMA VARSHNI M" userId="9cb6cf49-e914-4d34-81b2-ef8b7c42e1ec" providerId="ADAL" clId="{D8161BC3-852B-4FEC-90FA-A941E8668ECF}" dt="2026-05-29T17:17:46.166" v="550" actId="478"/>
          <ac:spMkLst>
            <pc:docMk/>
            <pc:sldMk cId="709828424" sldId="265"/>
            <ac:spMk id="8" creationId="{2C518CFB-C5BA-4954-94DB-74C85B0507EF}"/>
          </ac:spMkLst>
        </pc:spChg>
        <pc:spChg chg="add del">
          <ac:chgData name="HEMA VARSHNI M" userId="9cb6cf49-e914-4d34-81b2-ef8b7c42e1ec" providerId="ADAL" clId="{D8161BC3-852B-4FEC-90FA-A941E8668ECF}" dt="2026-05-29T17:21:03.327" v="616" actId="22"/>
          <ac:spMkLst>
            <pc:docMk/>
            <pc:sldMk cId="709828424" sldId="265"/>
            <ac:spMk id="12" creationId="{FAB8DB87-916C-236E-3D38-5C50E2E9B770}"/>
          </ac:spMkLst>
        </pc:spChg>
        <pc:spChg chg="add mod">
          <ac:chgData name="HEMA VARSHNI M" userId="9cb6cf49-e914-4d34-81b2-ef8b7c42e1ec" providerId="ADAL" clId="{D8161BC3-852B-4FEC-90FA-A941E8668ECF}" dt="2026-05-29T17:26:47.364" v="680" actId="1076"/>
          <ac:spMkLst>
            <pc:docMk/>
            <pc:sldMk cId="709828424" sldId="265"/>
            <ac:spMk id="16" creationId="{A0946165-505B-F85A-16CC-E528D064EF61}"/>
          </ac:spMkLst>
        </pc:spChg>
        <pc:spChg chg="del mod">
          <ac:chgData name="HEMA VARSHNI M" userId="9cb6cf49-e914-4d34-81b2-ef8b7c42e1ec" providerId="ADAL" clId="{D8161BC3-852B-4FEC-90FA-A941E8668ECF}" dt="2026-05-29T17:17:49.892" v="552" actId="478"/>
          <ac:spMkLst>
            <pc:docMk/>
            <pc:sldMk cId="709828424" sldId="265"/>
            <ac:spMk id="19" creationId="{1D4EAA20-E400-3C52-055C-E58B8590E46A}"/>
          </ac:spMkLst>
        </pc:spChg>
        <pc:spChg chg="add mod">
          <ac:chgData name="HEMA VARSHNI M" userId="9cb6cf49-e914-4d34-81b2-ef8b7c42e1ec" providerId="ADAL" clId="{D8161BC3-852B-4FEC-90FA-A941E8668ECF}" dt="2026-05-29T17:25:15.837" v="660" actId="1076"/>
          <ac:spMkLst>
            <pc:docMk/>
            <pc:sldMk cId="709828424" sldId="265"/>
            <ac:spMk id="20" creationId="{44D0FA2F-D3F0-3808-4E55-4E1F7CC852D4}"/>
          </ac:spMkLst>
        </pc:spChg>
        <pc:spChg chg="del">
          <ac:chgData name="HEMA VARSHNI M" userId="9cb6cf49-e914-4d34-81b2-ef8b7c42e1ec" providerId="ADAL" clId="{D8161BC3-852B-4FEC-90FA-A941E8668ECF}" dt="2026-05-29T17:19:01.013" v="574" actId="478"/>
          <ac:spMkLst>
            <pc:docMk/>
            <pc:sldMk cId="709828424" sldId="265"/>
            <ac:spMk id="21" creationId="{29B53006-3F51-99E6-A9C0-E163E54888ED}"/>
          </ac:spMkLst>
        </pc:spChg>
        <pc:spChg chg="mod">
          <ac:chgData name="HEMA VARSHNI M" userId="9cb6cf49-e914-4d34-81b2-ef8b7c42e1ec" providerId="ADAL" clId="{D8161BC3-852B-4FEC-90FA-A941E8668ECF}" dt="2026-05-29T17:30:33.825" v="697" actId="20577"/>
          <ac:spMkLst>
            <pc:docMk/>
            <pc:sldMk cId="709828424" sldId="265"/>
            <ac:spMk id="23" creationId="{69CF0CDD-8D50-6D40-D260-276FEED0B930}"/>
          </ac:spMkLst>
        </pc:spChg>
        <pc:spChg chg="add del">
          <ac:chgData name="HEMA VARSHNI M" userId="9cb6cf49-e914-4d34-81b2-ef8b7c42e1ec" providerId="ADAL" clId="{D8161BC3-852B-4FEC-90FA-A941E8668ECF}" dt="2026-05-29T17:22:22.583" v="635" actId="22"/>
          <ac:spMkLst>
            <pc:docMk/>
            <pc:sldMk cId="709828424" sldId="265"/>
            <ac:spMk id="25" creationId="{9A2870C5-7805-AB8B-A433-250D79937F66}"/>
          </ac:spMkLst>
        </pc:spChg>
        <pc:spChg chg="add mod">
          <ac:chgData name="HEMA VARSHNI M" userId="9cb6cf49-e914-4d34-81b2-ef8b7c42e1ec" providerId="ADAL" clId="{D8161BC3-852B-4FEC-90FA-A941E8668ECF}" dt="2026-05-29T17:25:20.796" v="661" actId="1076"/>
          <ac:spMkLst>
            <pc:docMk/>
            <pc:sldMk cId="709828424" sldId="265"/>
            <ac:spMk id="27" creationId="{AB06A9E6-F293-6136-1E48-5C2E9EC71350}"/>
          </ac:spMkLst>
        </pc:spChg>
        <pc:graphicFrameChg chg="del">
          <ac:chgData name="HEMA VARSHNI M" userId="9cb6cf49-e914-4d34-81b2-ef8b7c42e1ec" providerId="ADAL" clId="{D8161BC3-852B-4FEC-90FA-A941E8668ECF}" dt="2026-05-29T17:17:44.044" v="549" actId="478"/>
          <ac:graphicFrameMkLst>
            <pc:docMk/>
            <pc:sldMk cId="709828424" sldId="265"/>
            <ac:graphicFrameMk id="6" creationId="{E76900E9-46B7-B6A9-F568-E1710E2CE47E}"/>
          </ac:graphicFrameMkLst>
        </pc:graphicFrameChg>
        <pc:picChg chg="del">
          <ac:chgData name="HEMA VARSHNI M" userId="9cb6cf49-e914-4d34-81b2-ef8b7c42e1ec" providerId="ADAL" clId="{D8161BC3-852B-4FEC-90FA-A941E8668ECF}" dt="2026-05-29T17:18:58.827" v="573" actId="478"/>
          <ac:picMkLst>
            <pc:docMk/>
            <pc:sldMk cId="709828424" sldId="265"/>
            <ac:picMk id="22" creationId="{ED0172BB-0487-9E8F-470F-D407D9BA3CB8}"/>
          </ac:picMkLst>
        </pc:picChg>
        <pc:picChg chg="add mod">
          <ac:chgData name="HEMA VARSHNI M" userId="9cb6cf49-e914-4d34-81b2-ef8b7c42e1ec" providerId="ADAL" clId="{D8161BC3-852B-4FEC-90FA-A941E8668ECF}" dt="2026-05-29T17:25:27.822" v="664" actId="1076"/>
          <ac:picMkLst>
            <pc:docMk/>
            <pc:sldMk cId="709828424" sldId="265"/>
            <ac:picMk id="29" creationId="{9B498090-DB37-7881-5774-E56901DED34F}"/>
          </ac:picMkLst>
        </pc:picChg>
      </pc:sldChg>
      <pc:sldChg chg="del">
        <pc:chgData name="HEMA VARSHNI M" userId="9cb6cf49-e914-4d34-81b2-ef8b7c42e1ec" providerId="ADAL" clId="{D8161BC3-852B-4FEC-90FA-A941E8668ECF}" dt="2026-05-29T17:20:37.542" v="606" actId="47"/>
        <pc:sldMkLst>
          <pc:docMk/>
          <pc:sldMk cId="3977141886" sldId="266"/>
        </pc:sldMkLst>
      </pc:sldChg>
      <pc:sldChg chg="del">
        <pc:chgData name="HEMA VARSHNI M" userId="9cb6cf49-e914-4d34-81b2-ef8b7c42e1ec" providerId="ADAL" clId="{D8161BC3-852B-4FEC-90FA-A941E8668ECF}" dt="2026-05-29T17:20:38.142" v="607" actId="47"/>
        <pc:sldMkLst>
          <pc:docMk/>
          <pc:sldMk cId="3883643495" sldId="267"/>
        </pc:sldMkLst>
      </pc:sldChg>
      <pc:sldChg chg="addSp delSp modSp mod">
        <pc:chgData name="HEMA VARSHNI M" userId="9cb6cf49-e914-4d34-81b2-ef8b7c42e1ec" providerId="ADAL" clId="{D8161BC3-852B-4FEC-90FA-A941E8668ECF}" dt="2026-05-29T17:31:09.036" v="708" actId="1076"/>
        <pc:sldMkLst>
          <pc:docMk/>
          <pc:sldMk cId="1129944311" sldId="268"/>
        </pc:sldMkLst>
        <pc:spChg chg="mod">
          <ac:chgData name="HEMA VARSHNI M" userId="9cb6cf49-e914-4d34-81b2-ef8b7c42e1ec" providerId="ADAL" clId="{D8161BC3-852B-4FEC-90FA-A941E8668ECF}" dt="2026-05-29T11:05:07.163" v="75" actId="1076"/>
          <ac:spMkLst>
            <pc:docMk/>
            <pc:sldMk cId="1129944311" sldId="268"/>
            <ac:spMk id="2" creationId="{48C5C97E-E800-7DED-8BAB-7E036A57DD1C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3" creationId="{F98D2DE2-85C7-D32B-E51E-0C66E9DFE15A}"/>
          </ac:spMkLst>
        </pc:spChg>
        <pc:spChg chg="add mod">
          <ac:chgData name="HEMA VARSHNI M" userId="9cb6cf49-e914-4d34-81b2-ef8b7c42e1ec" providerId="ADAL" clId="{D8161BC3-852B-4FEC-90FA-A941E8668ECF}" dt="2026-05-29T17:31:09.036" v="708" actId="1076"/>
          <ac:spMkLst>
            <pc:docMk/>
            <pc:sldMk cId="1129944311" sldId="268"/>
            <ac:spMk id="7" creationId="{C67AF2E5-618F-7F04-15F6-E9B6DE8652C1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16" creationId="{5B7CB265-46FD-6A4C-0978-73B1B73DFBE2}"/>
          </ac:spMkLst>
        </pc:spChg>
        <pc:picChg chg="add mod">
          <ac:chgData name="HEMA VARSHNI M" userId="9cb6cf49-e914-4d34-81b2-ef8b7c42e1ec" providerId="ADAL" clId="{D8161BC3-852B-4FEC-90FA-A941E8668ECF}" dt="2026-05-29T17:30:48.521" v="700" actId="1076"/>
          <ac:picMkLst>
            <pc:docMk/>
            <pc:sldMk cId="1129944311" sldId="268"/>
            <ac:picMk id="6" creationId="{373F54DA-0318-6B08-1C76-1650B46ED3BF}"/>
          </ac:picMkLst>
        </pc:picChg>
        <pc:picChg chg="del">
          <ac:chgData name="HEMA VARSHNI M" userId="9cb6cf49-e914-4d34-81b2-ef8b7c42e1ec" providerId="ADAL" clId="{D8161BC3-852B-4FEC-90FA-A941E8668ECF}" dt="2026-05-29T11:05:29.564" v="82" actId="478"/>
          <ac:picMkLst>
            <pc:docMk/>
            <pc:sldMk cId="1129944311" sldId="268"/>
            <ac:picMk id="10" creationId="{DB635B30-71DA-4F13-612B-F241837ED2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413-98A2-91B2-E867-0735313AF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1411-B99D-CD52-DF7E-6A51A947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F8B-A3B8-AABC-24DA-7AAD0AB7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E9E3-EF44-3135-638C-3AF32E96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EBDF-3705-BBED-A5A9-998D3D2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92B8-3DD8-CA2B-9E41-6A0424C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30F1-84AD-4C50-B30E-A948E803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E8E-5580-01E8-5BFB-FF3CC86F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10A4-BD37-7EB9-FC87-43FB1889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FCED-8E9E-22E8-EB3E-B5ED5134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2F09-07BE-BCBC-4124-F7C563E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90AB-6E89-B786-BEC2-A666E3BF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ADCE-C884-4AC9-8758-24AFAD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7101-444E-45E6-1F07-7DA122A7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E4F4-6861-A8D1-BB79-E1F7689E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6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1B1C-AD1C-9647-F56D-4ABA5406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3A8-A5CE-ED82-E07D-577CE249A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7C6FC-E928-9533-9D15-8A09B42F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F5722-CB47-8F6F-1D74-78F74073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7126-D050-3A66-0934-DBF9F4E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627F9-BA75-BB95-387B-21A5B2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F21-2BC2-B9CC-9A9A-6FDA82A9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B019-013D-4A53-A73E-D1F5939A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71DE6-984B-A7E2-E04E-2937344D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811D-57B2-4F77-03F4-FB0940F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62B42-1A88-F7D5-3E8A-5781E7503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CD8E-516D-4EA1-D828-26A52D8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6F2D-CDA2-E9CD-222B-07E94DD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CEAA6-518A-4C21-875F-8089AE6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5BC3-96F0-9E60-D884-3A1B4385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6166D-4255-D541-F874-B360B67F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4CE4-E95D-3B16-8571-0BEDE48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6B32-ECE6-E534-407E-DE613A8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1C172-2F15-62D3-4867-6D94D66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D80A-08E9-14EB-316A-0146BCBF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EC1C-8142-2AC4-F2BA-CBDB9A7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CAA6-69E5-599B-0352-97BB8283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46D2-9290-A0A2-D340-2724D7F7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04EE3-18AD-5184-9B50-3D5E27F02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EBE0-3853-C8EB-58AA-94D33C0D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9CD-CA08-38E5-1E4F-C82E6F8C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C3992-9D27-D697-146A-075957B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4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BD39-859B-9828-BB0C-E29CF94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E4FEC-6633-44AB-F243-BA3D2BFA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0E200-5286-5A1A-15AA-1942D06C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787EF-68BF-C3DE-EE06-D19220E9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C15AC-F337-932F-94AA-19B1247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4DD1-7B0F-F643-C582-D1C14424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5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6795-2CA7-E821-32E4-D1025967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00C3-A94E-B685-119B-96B7B8B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1EC-A54D-E712-1884-6C2999F5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8634-36CD-4394-7C7C-005128F6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5008-1C1F-E7B3-B507-5FCC79A7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9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8C5BA-8043-06F5-2D1B-B2F87F6F3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6328-D0B1-8B74-EF81-EE0CB8B2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2C70-4C65-2705-4610-7F31CF6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1864-EE86-8F7E-1E09-32744844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ECB9-5537-A0F8-BFC4-6E920EEF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1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9AFA5-AEE1-0A01-E69F-C05005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D1B3-B80A-BB2F-FA37-B8A8B91A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339-ACAA-0701-C9DE-067A04F6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B7F0-13AE-4E30-BCD4-102A0335973B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F519-5407-70DB-17F1-AF18EED63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9D4A-D0BE-F529-1ECB-39E19FB2A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65AC-1A2F-333D-B332-CAF8313E5CA1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RESEARCH PAPER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41B7-1DC0-4229-BF21-42B8DB91036B}"/>
              </a:ext>
            </a:extLst>
          </p:cNvPr>
          <p:cNvSpPr txBox="1"/>
          <p:nvPr/>
        </p:nvSpPr>
        <p:spPr>
          <a:xfrm>
            <a:off x="640079" y="2872898"/>
            <a:ext cx="5940603" cy="209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of Steel Fibre Reinforced Concrete from the Cracks (2005)</a:t>
            </a:r>
            <a:b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By Jean-Louis Granju &amp; Sana Ullah Balouch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Cement and Concrete Research</a:t>
            </a:r>
          </a:p>
        </p:txBody>
      </p:sp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59651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89A024-D4EA-F962-3ABC-4E44579CE80B}"/>
              </a:ext>
            </a:extLst>
          </p:cNvPr>
          <p:cNvSpPr txBox="1"/>
          <p:nvPr/>
        </p:nvSpPr>
        <p:spPr>
          <a:xfrm>
            <a:off x="1423142" y="5155098"/>
            <a:ext cx="4051843" cy="11560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HEMA VARSHNI	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DEPT: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Civil Engineering|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Dr.Keerthana Kirupakaran</a:t>
            </a:r>
          </a:p>
        </p:txBody>
      </p:sp>
      <p:pic>
        <p:nvPicPr>
          <p:cNvPr id="2" name="Picture 1" descr="BTCM : Department of Civil Engineering-IIT Madras">
            <a:extLst>
              <a:ext uri="{FF2B5EF4-FFF2-40B4-BE49-F238E27FC236}">
                <a16:creationId xmlns:a16="http://schemas.microsoft.com/office/drawing/2014/main" id="{B03395D2-C6B2-AF04-1B17-D2A1C4353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194" y="134911"/>
            <a:ext cx="1518691" cy="85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1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7669-1A81-2109-BF42-7A0E0FB3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C5F1F-266D-F88A-DBD6-9CA9ECEE5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1B290-AC49-FF2A-FA68-2E1AA6369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2C7BA-F8C1-B595-C646-12739E303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7500C-B81E-CCF9-A492-23A369AB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D2F64-98A3-1119-22C5-27D3FAD30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722E3-C28A-C915-09CF-F8CA7D7E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151" y="291792"/>
            <a:ext cx="7316453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9E4F-62CD-F2B9-30B9-0E4E5A61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344" y="1638559"/>
            <a:ext cx="5669915" cy="5219441"/>
          </a:xfrm>
        </p:spPr>
        <p:txBody>
          <a:bodyPr anchor="ctr">
            <a:normAutofit fontScale="92500" lnSpcReduction="10000"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Fibre Reinforced Concrete (SFRC) is widely used because fibres improve crack control and provide post-cracking load carrying capacity.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SFRC behaviour under short-term loading is well understood, its long-term durability remains an important concern.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major durability issue is corrosion of steel fibres exposed through cracks.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may: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fibre cross-sectional area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crack-bridging capacity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concrete spalling due to rust expansion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 structural durability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reported that fibre corrosion is generally less severe than corrosion of conventional reinforcing bars.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investigates the corrosion behaviour of fibres in cracked SFRC exposed to a marine-like environment for one year.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D6C57F5-DA1C-23CC-3D39-C10468FE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A47804-3C90-05E2-1EE1-663995103FC2}"/>
              </a:ext>
            </a:extLst>
          </p:cNvPr>
          <p:cNvSpPr txBox="1"/>
          <p:nvPr/>
        </p:nvSpPr>
        <p:spPr>
          <a:xfrm>
            <a:off x="7121963" y="4894813"/>
            <a:ext cx="45593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Influence of fibers with smaller length on bridging microcracks and increasing tensile strength; 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influence of fibers with higher length on bridging macrocracks and increasing ductility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0D7CE14C-CC2A-1F02-DB51-B39616DA2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8" name="Picture 7" descr="bridging microcracks ...">
            <a:extLst>
              <a:ext uri="{FF2B5EF4-FFF2-40B4-BE49-F238E27FC236}">
                <a16:creationId xmlns:a16="http://schemas.microsoft.com/office/drawing/2014/main" id="{C925B774-84FA-885D-B6D0-A13689D77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930" y="2742255"/>
            <a:ext cx="4894367" cy="209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2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682D-706F-D7EB-E000-68EEB5B6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14C31A-ED01-983C-71CF-F2760191C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2793F-DAB6-6421-6647-8428ECE15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B6279-05A2-67A5-DC45-C783F9207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1D278D-9CBD-5800-FD4D-6DF9468CA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64367-9CFE-EDB3-EB35-396307714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C97E-E800-7DED-8BAB-7E036A57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996" y="333820"/>
            <a:ext cx="7487410" cy="10336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2DE2-85C7-D32B-E51E-0C66E9DF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982" y="2160895"/>
            <a:ext cx="4019204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aimed to: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corrosion development in cracked SFRC.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corrosion causes concrete spalling.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whether corrosion reduces fibre load-carrying capacity.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effect of marine exposure on flexural behaviour.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protected (sealed) and unprotected (open) cracks.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214C4D5A-ADFD-3CFE-C8EE-5A4CBB79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7CB265-46FD-6A4C-0978-73B1B73DFBE2}"/>
              </a:ext>
            </a:extLst>
          </p:cNvPr>
          <p:cNvSpPr txBox="1">
            <a:spLocks/>
          </p:cNvSpPr>
          <p:nvPr/>
        </p:nvSpPr>
        <p:spPr>
          <a:xfrm>
            <a:off x="4847940" y="1367489"/>
            <a:ext cx="3539529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Mouth Opening (CMO) = 0.5 mm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duration = 1 year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Marine-like environment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 fog cycles and drying cycles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AF2E5-618F-7F04-15F6-E9B6DE8652C1}"/>
              </a:ext>
            </a:extLst>
          </p:cNvPr>
          <p:cNvSpPr txBox="1"/>
          <p:nvPr/>
        </p:nvSpPr>
        <p:spPr>
          <a:xfrm>
            <a:off x="9386511" y="4116407"/>
            <a:ext cx="191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Crack Positions.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356F1ABB-1862-7D16-ED26-8FEBE3979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39E2DE-3164-3C2B-C324-FCF472681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198" y="2542980"/>
            <a:ext cx="376290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4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E0BA-3EE4-81DF-0F4C-060052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9C5A3-F222-DB82-5DE8-0E473683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164" y="275924"/>
            <a:ext cx="7367667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SPECIMEN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4B8-D776-3DF0-1E89-F5E10CCD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33" y="1967568"/>
            <a:ext cx="4110141" cy="35830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prisms: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= 10 × 10 × 50 cm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properties: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Water/Cement ratio = 0.60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compressive strength = 40 MPa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fibres: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Hooked-end fibres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60 mm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 = 0.8 mm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8D075B2C-E8B8-40B7-2C37-516E0345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70473-F110-29C9-A9AD-7FC40CA846E4}"/>
              </a:ext>
            </a:extLst>
          </p:cNvPr>
          <p:cNvSpPr txBox="1"/>
          <p:nvPr/>
        </p:nvSpPr>
        <p:spPr>
          <a:xfrm>
            <a:off x="4398302" y="2254194"/>
            <a:ext cx="39495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cement types were studied: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 I 52.5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CEM II 32.5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environment: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week salt fog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week drying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were repeated for one year.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severe marine exposure conditions.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F2299-AF00-663B-F0CF-912B7E4846C3}"/>
              </a:ext>
            </a:extLst>
          </p:cNvPr>
          <p:cNvSpPr txBox="1"/>
          <p:nvPr/>
        </p:nvSpPr>
        <p:spPr>
          <a:xfrm>
            <a:off x="8409092" y="3778325"/>
            <a:ext cx="3004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 of Prisms in Fog Room.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8DBDF924-F977-0980-3CF1-CEBFB7B2B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1B74DF-D67F-AD32-6BE3-6278C2CD9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048" y="2447814"/>
            <a:ext cx="3607322" cy="131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EB54-7041-44C7-A306-4B70698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84570E-350C-C649-BAC0-DD43D942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8C6A96-9DFA-4613-507C-3A21130E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6674-90ED-6301-4024-DACE385D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CB53-DE2D-795D-4AC0-154EC72C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B2197-470E-4B0B-16ED-83952CBE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53B-311F-67D1-E3E5-4A4371CD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318" y="339610"/>
            <a:ext cx="800652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CRACKS &amp; CORROSION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EF41-FEAD-89BD-866E-3C0B67CF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34" y="1784490"/>
            <a:ext cx="5881179" cy="28802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of the specimens were protected. Half were left exposed.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specimens: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system consisted of: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adhesive tape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Marine silicone sealant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chloride ingress through cracks.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586A3E6-D2E1-78EF-7E2D-9FB8747AC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B672F-F850-2017-3E2E-CEFF95285F54}"/>
              </a:ext>
            </a:extLst>
          </p:cNvPr>
          <p:cNvSpPr txBox="1">
            <a:spLocks/>
          </p:cNvSpPr>
          <p:nvPr/>
        </p:nvSpPr>
        <p:spPr>
          <a:xfrm>
            <a:off x="758010" y="4542020"/>
            <a:ext cx="4982270" cy="1901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Unprotected specimens: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Cracks remained directly exposed to: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 fog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Oxygen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enabled comparison of corrosion effects.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3DADC-E87A-39F8-FB7E-37983AE97C7B}"/>
              </a:ext>
            </a:extLst>
          </p:cNvPr>
          <p:cNvSpPr txBox="1"/>
          <p:nvPr/>
        </p:nvSpPr>
        <p:spPr>
          <a:xfrm>
            <a:off x="9174592" y="6136516"/>
            <a:ext cx="195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Cracks protection.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AEAF597C-CBFA-14E1-0A3A-304E34673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C7D7B2-2ED8-E5FF-CBAB-C70133D5C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90" y="1641824"/>
            <a:ext cx="3498493" cy="21852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CB5BEB-375A-7C1C-2606-72784800746A}"/>
              </a:ext>
            </a:extLst>
          </p:cNvPr>
          <p:cNvSpPr txBox="1"/>
          <p:nvPr/>
        </p:nvSpPr>
        <p:spPr>
          <a:xfrm>
            <a:off x="6727301" y="3827037"/>
            <a:ext cx="272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Sketch of cracks protection.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620E1-C7C9-227D-9770-1DDE56B78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725" y="4314283"/>
            <a:ext cx="301984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3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2F8E-46F9-7D8A-F3FF-5D35170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19DE87-0656-1865-B1A1-9F107CB7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01621-1059-2B03-3D02-3C73A97D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8DC2B-CFCB-E0DF-0518-7E24DEB0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7BC0-79FF-70DB-E29D-B862207A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571EB-2BF8-EF68-47F9-F0CB196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B6D3A-F49C-5B44-4FEE-D1AB5BC5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04631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CRACKING PROCEDURE BEFORE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6778-9131-82D8-23A5-D8B451ED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197" y="1590739"/>
            <a:ext cx="4858999" cy="5127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Prisms were pre-cracked after curing.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bending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 = 20 cm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Midspan deflection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Mouth Opening (CMO)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continued until: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 = 0.8 mm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unloading: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crack width ≈ 0.5 mm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simulated realistic service cracks before exposure.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556C5F0-F0CC-322B-AB50-2EEE8DF5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4A9E03-5708-3EA2-D619-9A766579B93A}"/>
              </a:ext>
            </a:extLst>
          </p:cNvPr>
          <p:cNvSpPr txBox="1"/>
          <p:nvPr/>
        </p:nvSpPr>
        <p:spPr>
          <a:xfrm>
            <a:off x="8655028" y="2445428"/>
            <a:ext cx="3379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ketch of the cracking of the prism.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443870C0-012F-8085-E961-2E05896BE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C652C1-E100-E78C-3F61-0EA026133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969" y="1875967"/>
            <a:ext cx="3829631" cy="26630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B5BC6B-6B91-1113-4068-BDA38A7DF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016" y="4129872"/>
            <a:ext cx="3728356" cy="247466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FE279E-72D9-51FC-DA66-F37A63F27D03}"/>
              </a:ext>
            </a:extLst>
          </p:cNvPr>
          <p:cNvSpPr txBox="1"/>
          <p:nvPr/>
        </p:nvSpPr>
        <p:spPr>
          <a:xfrm>
            <a:off x="5374226" y="5167152"/>
            <a:ext cx="337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Photograph of the cracking of the prism.</a:t>
            </a:r>
          </a:p>
        </p:txBody>
      </p:sp>
    </p:spTree>
    <p:extLst>
      <p:ext uri="{BB962C8B-B14F-4D97-AF65-F5344CB8AC3E}">
        <p14:creationId xmlns:p14="http://schemas.microsoft.com/office/powerpoint/2010/main" val="25431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F0852-D1A0-EB5E-C9DF-4A73449B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141BB-26B5-1516-9A66-6FF5AD25B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DDFD54-5F63-B3FE-3F99-8F2686D0A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6EB32B-E98E-F8FB-0572-23513B516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8361E2-2431-0574-9335-8202D5D5A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BAA8A7-51F4-DDD1-715A-FA0901B94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62ACF-489B-5AA5-EBD2-97FB7099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101" y="278535"/>
            <a:ext cx="6790545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FLEXURAL TEST RESULTS AFTER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B79C2-8D1C-AB4F-A211-98AB88EF0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6" y="1559806"/>
            <a:ext cx="4414898" cy="49280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one year exposure: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Specimens were dried for 7 days.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bending tests were repeated.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observation: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Corroded specimens showed higher flexural strength than protected specimens.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Load-deflection curves indicated: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loss of fibre effectiveness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brittle behaviour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post-cracking resistance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corrosion was not severe enough to damage fibres.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765755C4-E8AA-5FFE-221A-14393E80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B5EF43-FABC-5659-9D1F-663980105236}"/>
              </a:ext>
            </a:extLst>
          </p:cNvPr>
          <p:cNvSpPr txBox="1"/>
          <p:nvPr/>
        </p:nvSpPr>
        <p:spPr>
          <a:xfrm>
            <a:off x="8296356" y="2342102"/>
            <a:ext cx="376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Incidence of corrosion on fibres strength: cement CPA CEM I 52.5.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59DB9-1B74-0B55-F456-2084A6FBE844}"/>
              </a:ext>
            </a:extLst>
          </p:cNvPr>
          <p:cNvSpPr txBox="1"/>
          <p:nvPr/>
        </p:nvSpPr>
        <p:spPr>
          <a:xfrm>
            <a:off x="5047425" y="4058410"/>
            <a:ext cx="3541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Incidence of corrosion on fibres strength: cement CPA CEM I 52.5 (continued).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969B45A4-37F5-5222-CF94-33C1A6B3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11B686-18CF-C3D9-6CD6-4DACA399B4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83"/>
          <a:stretch>
            <a:fillRect/>
          </a:stretch>
        </p:blipFill>
        <p:spPr>
          <a:xfrm>
            <a:off x="4692353" y="1738667"/>
            <a:ext cx="3266640" cy="18366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FB27D4-2A81-D19A-7A33-CA552E281F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34"/>
          <a:stretch>
            <a:fillRect/>
          </a:stretch>
        </p:blipFill>
        <p:spPr>
          <a:xfrm>
            <a:off x="8761808" y="3280567"/>
            <a:ext cx="3221538" cy="187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3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7BB36-3160-2FAF-A7BA-F1F4DB87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76E34E-7151-63E1-4486-7678DC9E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040569-1222-D191-6BB3-F363421B6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1CFAA-28AE-0157-C922-77A2C238F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3A2BD0-21DE-CCE4-C7EF-C8811F40E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4C095-CEB5-6671-C4C8-7CA6E324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64F25-7EA5-2BB6-1958-D82D5C6A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905492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LOAD–DEFLECTION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FE75-7CE5-D9A3-8A4E-F9E4887C1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12" y="2175758"/>
            <a:ext cx="3829632" cy="40905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proposed three possible corrosion effects.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fibre corrosion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peak load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brittle behaviour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B: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healing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peak load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return to normal response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706527B5-9B59-A3AC-8F8B-402D5B08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FF700-5640-08BA-55F1-6EA496547441}"/>
              </a:ext>
            </a:extLst>
          </p:cNvPr>
          <p:cNvSpPr txBox="1"/>
          <p:nvPr/>
        </p:nvSpPr>
        <p:spPr>
          <a:xfrm>
            <a:off x="3787827" y="2833595"/>
            <a:ext cx="34632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 (Observed):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corrosion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peak load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post-cracking behaviour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curves matched Type C behaviour.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288A2794-708A-8CF6-576F-023115FA5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3F8D4E-68F2-6D22-BD96-4CABA7B33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010" y="2403024"/>
            <a:ext cx="4664403" cy="24926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282E115-F43D-D9C4-9613-F3804E82E919}"/>
              </a:ext>
            </a:extLst>
          </p:cNvPr>
          <p:cNvSpPr txBox="1"/>
          <p:nvPr/>
        </p:nvSpPr>
        <p:spPr>
          <a:xfrm>
            <a:off x="7839719" y="4895698"/>
            <a:ext cx="3942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10.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Incidence of corrosion on fibres strength: cement CPJ CEM II 32.5.</a:t>
            </a:r>
          </a:p>
        </p:txBody>
      </p:sp>
    </p:spTree>
    <p:extLst>
      <p:ext uri="{BB962C8B-B14F-4D97-AF65-F5344CB8AC3E}">
        <p14:creationId xmlns:p14="http://schemas.microsoft.com/office/powerpoint/2010/main" val="254981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81399-8174-F5BA-A9D4-3F14EAB6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9E7020-002C-277E-BEC7-3962D4546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8419E-2DF9-B949-4FA0-8DF701620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752B19-243C-F24D-1717-B6253265E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FFABE-AB2A-3230-3295-027C38A35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896816-359B-5376-B6EC-6DC24B12D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6708F-9905-B65B-75AD-A4CAF676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04631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OBSERVATIONS OF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09B8-E644-EEFB-30A8-B9204B799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183" y="1730137"/>
            <a:ext cx="5380797" cy="5127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testing, prisms were split and inspected.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concrete spalling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bursting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crack healing deposits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corrosion only near exposed surfaces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fibres showed only light corrosion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penetration was limited.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damage was much smaller than typically observed in reinforced concrete bars.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0701C097-E1E8-633F-4E60-93851AE2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B6C2824-E6CA-4A59-D0AD-585F8C421B49}"/>
              </a:ext>
            </a:extLst>
          </p:cNvPr>
          <p:cNvSpPr txBox="1"/>
          <p:nvPr/>
        </p:nvSpPr>
        <p:spPr>
          <a:xfrm>
            <a:off x="7372674" y="4983104"/>
            <a:ext cx="3914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of the fibres observed in the crack.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6A4F6FC6-1729-7C73-7DB8-137AFBF01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CA0985-3B31-B8B1-02A6-C2A0E536D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68" y="2379536"/>
            <a:ext cx="4886644" cy="23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86B54-9FB5-A3F4-4A65-555FE0B4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68DBBA-3ECB-161A-AF4C-942276BD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6EE89-58CE-DD19-F4D0-3030B03B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4781E-E590-FE84-BD76-838067A92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A55175-A17B-F1C3-0C65-69DA21502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DE29D6-FA17-8A9D-164E-F62FD65C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55C88-4011-212D-D12C-BF9DB848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6" y="278535"/>
            <a:ext cx="6505263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CORROSION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DCCE0-FFCA-72C2-1B0B-A798526E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201" y="1590739"/>
            <a:ext cx="5380797" cy="5127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was concentrated at: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emergence points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Hooked fibre ends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opening causes fibre pull-out.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damages the fibre–concrete bond.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loosened interface allows: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ingress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Oxygen access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corrosion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remained shallow and did not significantly reduce fibre area.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A104558F-8A5F-7838-AA17-2D5895D4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4A2DAB-A7A6-6216-594D-D7BB7A04ACB8}"/>
              </a:ext>
            </a:extLst>
          </p:cNvPr>
          <p:cNvSpPr txBox="1"/>
          <p:nvPr/>
        </p:nvSpPr>
        <p:spPr>
          <a:xfrm>
            <a:off x="5651293" y="4677289"/>
            <a:ext cx="6100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12.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of corrosion observed on the fibres emerging from the crack section.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822632F2-22C5-8B64-8110-68C10038C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CEDB80-7F79-269D-0D84-25F9B1E00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850" y="2247431"/>
            <a:ext cx="5596142" cy="236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5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B9D69-BD2D-F7F0-DC5D-3559EBC9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947B3-FB14-2522-14C2-994D58982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223424-AE0C-127D-81C1-B17A17C17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3395B-D4DE-A9EB-FACC-DF3A034D4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8EB0CE-9978-DF83-0599-C821CAAD1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B8A034-3B03-1747-6F8C-F24DD2E5C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A0EAC-5F4A-86A5-EA10-933EE73D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046314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DID STRENGTH INCREASE?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77CBF-4D82-ABCE-9DF6-C0ECFAC0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84" y="1663784"/>
            <a:ext cx="5380797" cy="5127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rejected crack-healing as the explanation because: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healing products were found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Load-deflection curves did not show healing behaviour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explanation: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corrosion roughened fibre surfaces.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Rougher fibres created: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bond resistance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friction during pull-out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load was required to pull fibres from concrete.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flexural strength increased.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03A7FA8-3649-0E55-8770-CCA8FD0C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5C4F12-6CF0-92D1-8596-F76885D17BB8}"/>
              </a:ext>
            </a:extLst>
          </p:cNvPr>
          <p:cNvSpPr txBox="1"/>
          <p:nvPr/>
        </p:nvSpPr>
        <p:spPr>
          <a:xfrm>
            <a:off x="7100720" y="4812709"/>
            <a:ext cx="43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 of the corroded fibre in the crack.</a:t>
            </a:r>
          </a:p>
        </p:txBody>
      </p:sp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12D531AE-68AB-727D-2675-3AF3780F8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1AE2B7-E10B-1723-BB43-7EA9C0D76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485" y="1800167"/>
            <a:ext cx="3829631" cy="29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42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52B55-9227-66DD-E467-08B156AA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87CEB-3B58-97E7-09CC-64A571146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719E6-E66B-60CB-8803-CD11F173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58BA0-2AA1-85A6-8DCA-B10613C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9C836-CC93-F6BD-B277-AA2D19272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112C6-6B5A-77BA-B193-471F075D2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6E65-5AFE-2F12-40B7-7970EF4B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650" y="291792"/>
            <a:ext cx="4780410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CD13-9C3B-1B78-3FD9-5FA6BB0A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52" y="1889224"/>
            <a:ext cx="4518703" cy="415182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one year of marine exposure: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significant reduction in fibre cross-section.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concrete spalling occurred.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was localized near crack surfaces.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regions below approximately 0.1 mm width showed almost no corrosion.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bridging capacity remained effective.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corrosion increased bond and friction.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performance improved rather than deteriorated.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C9C0268-C32A-E753-E233-F6762C92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5" name="Picture 4" descr="BTCM : Department of Civil Engineering-IIT Madras">
            <a:extLst>
              <a:ext uri="{FF2B5EF4-FFF2-40B4-BE49-F238E27FC236}">
                <a16:creationId xmlns:a16="http://schemas.microsoft.com/office/drawing/2014/main" id="{729023FC-DFC8-7665-04E9-C08DD778D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0" y="370136"/>
            <a:ext cx="1518691" cy="85046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54577C-1C2A-2D70-9432-C811DE3EE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887001"/>
              </p:ext>
            </p:extLst>
          </p:nvPr>
        </p:nvGraphicFramePr>
        <p:xfrm>
          <a:off x="5924138" y="2785496"/>
          <a:ext cx="5827844" cy="19285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13922">
                  <a:extLst>
                    <a:ext uri="{9D8B030D-6E8A-4147-A177-3AD203B41FA5}">
                      <a16:colId xmlns:a16="http://schemas.microsoft.com/office/drawing/2014/main" val="2506793245"/>
                    </a:ext>
                  </a:extLst>
                </a:gridCol>
                <a:gridCol w="2913922">
                  <a:extLst>
                    <a:ext uri="{9D8B030D-6E8A-4147-A177-3AD203B41FA5}">
                      <a16:colId xmlns:a16="http://schemas.microsoft.com/office/drawing/2014/main" val="280576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5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observed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0942"/>
                  </a:ext>
                </a:extLst>
              </a:tr>
              <a:tr h="44521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Fibre section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Negligible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5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Corrosion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87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Crack healing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observed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74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82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E0BFDA19CD04BBBC0BCA164A788D2" ma:contentTypeVersion="12" ma:contentTypeDescription="Create a new document." ma:contentTypeScope="" ma:versionID="7fbbd0cf0f9d76d8c506aa59d1764726">
  <xsd:schema xmlns:xsd="http://www.w3.org/2001/XMLSchema" xmlns:xs="http://www.w3.org/2001/XMLSchema" xmlns:p="http://schemas.microsoft.com/office/2006/metadata/properties" xmlns:ns3="b86f656f-868b-466e-be8d-86f11f258c7c" targetNamespace="http://schemas.microsoft.com/office/2006/metadata/properties" ma:root="true" ma:fieldsID="2ca97ea48aa22325c8a21e6571da8d44" ns3:_="">
    <xsd:import namespace="b86f656f-868b-466e-be8d-86f11f258c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656f-868b-466e-be8d-86f11f258c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6f656f-868b-466e-be8d-86f11f258c7c" xsi:nil="true"/>
  </documentManagement>
</p:properties>
</file>

<file path=customXml/itemProps1.xml><?xml version="1.0" encoding="utf-8"?>
<ds:datastoreItem xmlns:ds="http://schemas.openxmlformats.org/officeDocument/2006/customXml" ds:itemID="{DA4B08CB-A840-4646-8C3B-70CB53BFB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f656f-868b-466e-be8d-86f11f258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53BC1C-E1F0-4914-B23B-E068D5E8BF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B47977-72F7-466A-BD64-71CF679FD34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86f656f-868b-466e-be8d-86f11f258c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995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INTRODUCTION</vt:lpstr>
      <vt:lpstr>OBJECTIVES OF THE STUDY</vt:lpstr>
      <vt:lpstr>MATERIALS AND SPECIMEN PREPARATION</vt:lpstr>
      <vt:lpstr>PROTECTION OF CRACKS &amp; CORROSION SETUP</vt:lpstr>
      <vt:lpstr>CRACKING PROCEDURE BEFORE EXPOSURE</vt:lpstr>
      <vt:lpstr>FLEXURAL TEST RESULTS AFTER CORROSION</vt:lpstr>
      <vt:lpstr>INTERPRETATION OF LOAD–DEFLECTION CURVES</vt:lpstr>
      <vt:lpstr>VISUAL OBSERVATIONS OF CORROSION</vt:lpstr>
      <vt:lpstr>CORROSION MECHANISM</vt:lpstr>
      <vt:lpstr>WHY DID STRENGTH INCREASE?</vt:lpstr>
      <vt:lpstr>MAJOR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VARSHNI M</dc:creator>
  <cp:lastModifiedBy>HEMA VARSHNI M</cp:lastModifiedBy>
  <cp:revision>5</cp:revision>
  <dcterms:created xsi:type="dcterms:W3CDTF">2026-05-29T06:13:10Z</dcterms:created>
  <dcterms:modified xsi:type="dcterms:W3CDTF">2026-06-05T03:04:27Z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0x010100682E0BFDA19CD04BBBC0BCA164A788D2</vt:lpwstr>
  </property>
</Properties>
</file>