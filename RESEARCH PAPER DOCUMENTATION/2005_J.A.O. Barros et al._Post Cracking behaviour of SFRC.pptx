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62" r:id="rId6"/>
    <p:sldId id="268" r:id="rId7"/>
    <p:sldId id="259" r:id="rId8"/>
    <p:sldId id="261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422F33-EB9E-4CBC-8C0E-E51E0A27AD93}">
          <p14:sldIdLst>
            <p14:sldId id="256"/>
            <p14:sldId id="262"/>
            <p14:sldId id="268"/>
            <p14:sldId id="259"/>
            <p14:sldId id="261"/>
            <p14:sldId id="260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888"/>
    <a:srgbClr val="F84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CADEA4-5C59-43C4-92A6-DFD655841916}" v="72" dt="2026-05-29T17:31:01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 VARSHNI M" userId="9cb6cf49-e914-4d34-81b2-ef8b7c42e1ec" providerId="ADAL" clId="{D8161BC3-852B-4FEC-90FA-A941E8668ECF}"/>
    <pc:docChg chg="undo custSel addSld delSld modSld addSection delSection modSection">
      <pc:chgData name="HEMA VARSHNI M" userId="9cb6cf49-e914-4d34-81b2-ef8b7c42e1ec" providerId="ADAL" clId="{D8161BC3-852B-4FEC-90FA-A941E8668ECF}" dt="2026-05-29T17:31:09.036" v="708" actId="1076"/>
      <pc:docMkLst>
        <pc:docMk/>
      </pc:docMkLst>
      <pc:sldChg chg="addSp modSp mod">
        <pc:chgData name="HEMA VARSHNI M" userId="9cb6cf49-e914-4d34-81b2-ef8b7c42e1ec" providerId="ADAL" clId="{D8161BC3-852B-4FEC-90FA-A941E8668ECF}" dt="2026-05-29T17:30:16.524" v="689" actId="20577"/>
        <pc:sldMkLst>
          <pc:docMk/>
          <pc:sldMk cId="1407065901" sldId="259"/>
        </pc:sldMkLst>
        <pc:spChg chg="mod">
          <ac:chgData name="HEMA VARSHNI M" userId="9cb6cf49-e914-4d34-81b2-ef8b7c42e1ec" providerId="ADAL" clId="{D8161BC3-852B-4FEC-90FA-A941E8668ECF}" dt="2026-05-29T11:08:44.085" v="167" actId="27636"/>
          <ac:spMkLst>
            <pc:docMk/>
            <pc:sldMk cId="1407065901" sldId="259"/>
            <ac:spMk id="2" creationId="{DDE9C5A3-F222-DB82-5DE8-0E473683850B}"/>
          </ac:spMkLst>
        </pc:spChg>
        <pc:spChg chg="mod">
          <ac:chgData name="HEMA VARSHNI M" userId="9cb6cf49-e914-4d34-81b2-ef8b7c42e1ec" providerId="ADAL" clId="{D8161BC3-852B-4FEC-90FA-A941E8668ECF}" dt="2026-05-29T11:10:45.097" v="220" actId="1076"/>
          <ac:spMkLst>
            <pc:docMk/>
            <pc:sldMk cId="1407065901" sldId="259"/>
            <ac:spMk id="3" creationId="{AB3954B8-D776-3DF0-1E89-F5E10CCD0798}"/>
          </ac:spMkLst>
        </pc:spChg>
        <pc:spChg chg="add mod">
          <ac:chgData name="HEMA VARSHNI M" userId="9cb6cf49-e914-4d34-81b2-ef8b7c42e1ec" providerId="ADAL" clId="{D8161BC3-852B-4FEC-90FA-A941E8668ECF}" dt="2026-05-29T11:14:57.101" v="256" actId="14100"/>
          <ac:spMkLst>
            <pc:docMk/>
            <pc:sldMk cId="1407065901" sldId="259"/>
            <ac:spMk id="6" creationId="{FA570473-F110-29C9-A9AD-7FC40CA846E4}"/>
          </ac:spMkLst>
        </pc:spChg>
        <pc:spChg chg="add mod">
          <ac:chgData name="HEMA VARSHNI M" userId="9cb6cf49-e914-4d34-81b2-ef8b7c42e1ec" providerId="ADAL" clId="{D8161BC3-852B-4FEC-90FA-A941E8668ECF}" dt="2026-05-29T11:11:19.220" v="237" actId="14100"/>
          <ac:spMkLst>
            <pc:docMk/>
            <pc:sldMk cId="1407065901" sldId="259"/>
            <ac:spMk id="8" creationId="{FD599B93-2B48-5C30-54D3-9931F9290326}"/>
          </ac:spMkLst>
        </pc:spChg>
        <pc:spChg chg="add mod">
          <ac:chgData name="HEMA VARSHNI M" userId="9cb6cf49-e914-4d34-81b2-ef8b7c42e1ec" providerId="ADAL" clId="{D8161BC3-852B-4FEC-90FA-A941E8668ECF}" dt="2026-05-29T17:30:16.524" v="689" actId="20577"/>
          <ac:spMkLst>
            <pc:docMk/>
            <pc:sldMk cId="1407065901" sldId="259"/>
            <ac:spMk id="14" creationId="{57BF2299-AF00-663B-F0CF-912B7E4846C3}"/>
          </ac:spMkLst>
        </pc:spChg>
        <pc:picChg chg="add mod modCrop">
          <ac:chgData name="HEMA VARSHNI M" userId="9cb6cf49-e914-4d34-81b2-ef8b7c42e1ec" providerId="ADAL" clId="{D8161BC3-852B-4FEC-90FA-A941E8668ECF}" dt="2026-05-29T11:14:31.744" v="249" actId="1076"/>
          <ac:picMkLst>
            <pc:docMk/>
            <pc:sldMk cId="1407065901" sldId="259"/>
            <ac:picMk id="12" creationId="{921E1DA0-DFDB-1656-A82C-F769FB747253}"/>
          </ac:picMkLst>
        </pc:picChg>
      </pc:sldChg>
      <pc:sldChg chg="addSp delSp modSp mod">
        <pc:chgData name="HEMA VARSHNI M" userId="9cb6cf49-e914-4d34-81b2-ef8b7c42e1ec" providerId="ADAL" clId="{D8161BC3-852B-4FEC-90FA-A941E8668ECF}" dt="2026-05-29T17:30:29.055" v="695" actId="20577"/>
        <pc:sldMkLst>
          <pc:docMk/>
          <pc:sldMk cId="2543133401" sldId="260"/>
        </pc:sldMkLst>
        <pc:spChg chg="mod">
          <ac:chgData name="HEMA VARSHNI M" userId="9cb6cf49-e914-4d34-81b2-ef8b7c42e1ec" providerId="ADAL" clId="{D8161BC3-852B-4FEC-90FA-A941E8668ECF}" dt="2026-05-29T17:07:36.343" v="338" actId="1076"/>
          <ac:spMkLst>
            <pc:docMk/>
            <pc:sldMk cId="2543133401" sldId="260"/>
            <ac:spMk id="2" creationId="{FC5B6D3A-F49C-5B44-4FEE-D1AB5BC513F1}"/>
          </ac:spMkLst>
        </pc:spChg>
        <pc:spChg chg="mod">
          <ac:chgData name="HEMA VARSHNI M" userId="9cb6cf49-e914-4d34-81b2-ef8b7c42e1ec" providerId="ADAL" clId="{D8161BC3-852B-4FEC-90FA-A941E8668ECF}" dt="2026-05-29T17:12:59.442" v="457" actId="255"/>
          <ac:spMkLst>
            <pc:docMk/>
            <pc:sldMk cId="2543133401" sldId="260"/>
            <ac:spMk id="3" creationId="{B75A6778-9131-82D8-23A5-D8B451EDA01E}"/>
          </ac:spMkLst>
        </pc:spChg>
        <pc:spChg chg="mod">
          <ac:chgData name="HEMA VARSHNI M" userId="9cb6cf49-e914-4d34-81b2-ef8b7c42e1ec" providerId="ADAL" clId="{D8161BC3-852B-4FEC-90FA-A941E8668ECF}" dt="2026-05-29T17:12:43.379" v="454" actId="1076"/>
          <ac:spMkLst>
            <pc:docMk/>
            <pc:sldMk cId="2543133401" sldId="260"/>
            <ac:spMk id="6" creationId="{BD585E47-A280-E33E-DBEA-22AC6A92E1B9}"/>
          </ac:spMkLst>
        </pc:spChg>
        <pc:spChg chg="mod">
          <ac:chgData name="HEMA VARSHNI M" userId="9cb6cf49-e914-4d34-81b2-ef8b7c42e1ec" providerId="ADAL" clId="{D8161BC3-852B-4FEC-90FA-A941E8668ECF}" dt="2026-05-29T17:30:29.055" v="695" actId="20577"/>
          <ac:spMkLst>
            <pc:docMk/>
            <pc:sldMk cId="2543133401" sldId="260"/>
            <ac:spMk id="10" creationId="{FD6939B3-11AA-3FBF-CD1B-3EBD7EA1184F}"/>
          </ac:spMkLst>
        </pc:spChg>
        <pc:spChg chg="add del mod">
          <ac:chgData name="HEMA VARSHNI M" userId="9cb6cf49-e914-4d34-81b2-ef8b7c42e1ec" providerId="ADAL" clId="{D8161BC3-852B-4FEC-90FA-A941E8668ECF}" dt="2026-05-29T17:15:32.442" v="525" actId="478"/>
          <ac:spMkLst>
            <pc:docMk/>
            <pc:sldMk cId="2543133401" sldId="260"/>
            <ac:spMk id="18" creationId="{988FBDF7-3F6E-A646-3CA2-B73E16548BC5}"/>
          </ac:spMkLst>
        </pc:spChg>
        <pc:spChg chg="add mod">
          <ac:chgData name="HEMA VARSHNI M" userId="9cb6cf49-e914-4d34-81b2-ef8b7c42e1ec" providerId="ADAL" clId="{D8161BC3-852B-4FEC-90FA-A941E8668ECF}" dt="2026-05-29T17:30:26.523" v="693" actId="20577"/>
          <ac:spMkLst>
            <pc:docMk/>
            <pc:sldMk cId="2543133401" sldId="260"/>
            <ac:spMk id="19" creationId="{C64A9E03-5708-3EA2-D619-9A766579B93A}"/>
          </ac:spMkLst>
        </pc:spChg>
        <pc:picChg chg="add mod">
          <ac:chgData name="HEMA VARSHNI M" userId="9cb6cf49-e914-4d34-81b2-ef8b7c42e1ec" providerId="ADAL" clId="{D8161BC3-852B-4FEC-90FA-A941E8668ECF}" dt="2026-05-29T17:14:33.616" v="517" actId="1076"/>
          <ac:picMkLst>
            <pc:docMk/>
            <pc:sldMk cId="2543133401" sldId="260"/>
            <ac:picMk id="7" creationId="{2A2D90F8-5D41-97A8-7E98-C5297BB0CC42}"/>
          </ac:picMkLst>
        </pc:picChg>
        <pc:picChg chg="del">
          <ac:chgData name="HEMA VARSHNI M" userId="9cb6cf49-e914-4d34-81b2-ef8b7c42e1ec" providerId="ADAL" clId="{D8161BC3-852B-4FEC-90FA-A941E8668ECF}" dt="2026-05-29T17:12:34.182" v="450" actId="478"/>
          <ac:picMkLst>
            <pc:docMk/>
            <pc:sldMk cId="2543133401" sldId="260"/>
            <ac:picMk id="8" creationId="{6D8EBBDD-09A0-4EAF-7469-E641B77DF822}"/>
          </ac:picMkLst>
        </pc:picChg>
        <pc:picChg chg="add mod modCrop">
          <ac:chgData name="HEMA VARSHNI M" userId="9cb6cf49-e914-4d34-81b2-ef8b7c42e1ec" providerId="ADAL" clId="{D8161BC3-852B-4FEC-90FA-A941E8668ECF}" dt="2026-05-29T17:15:53.360" v="534" actId="1076"/>
          <ac:picMkLst>
            <pc:docMk/>
            <pc:sldMk cId="2543133401" sldId="260"/>
            <ac:picMk id="14" creationId="{F4BE3BF5-EA1F-C1F2-58BA-4AED55C412F9}"/>
          </ac:picMkLst>
        </pc:picChg>
      </pc:sldChg>
      <pc:sldChg chg="addSp delSp modSp mod">
        <pc:chgData name="HEMA VARSHNI M" userId="9cb6cf49-e914-4d34-81b2-ef8b7c42e1ec" providerId="ADAL" clId="{D8161BC3-852B-4FEC-90FA-A941E8668ECF}" dt="2026-05-29T17:30:20.864" v="691" actId="20577"/>
        <pc:sldMkLst>
          <pc:docMk/>
          <pc:sldMk cId="554731264" sldId="261"/>
        </pc:sldMkLst>
        <pc:spChg chg="mod">
          <ac:chgData name="HEMA VARSHNI M" userId="9cb6cf49-e914-4d34-81b2-ef8b7c42e1ec" providerId="ADAL" clId="{D8161BC3-852B-4FEC-90FA-A941E8668ECF}" dt="2026-05-29T11:15:19.613" v="260"/>
          <ac:spMkLst>
            <pc:docMk/>
            <pc:sldMk cId="554731264" sldId="261"/>
            <ac:spMk id="2" creationId="{46E1853B-311F-67D1-E3E5-4A4371CDA53A}"/>
          </ac:spMkLst>
        </pc:spChg>
        <pc:spChg chg="mod">
          <ac:chgData name="HEMA VARSHNI M" userId="9cb6cf49-e914-4d34-81b2-ef8b7c42e1ec" providerId="ADAL" clId="{D8161BC3-852B-4FEC-90FA-A941E8668ECF}" dt="2026-05-29T11:17:11.952" v="301" actId="14100"/>
          <ac:spMkLst>
            <pc:docMk/>
            <pc:sldMk cId="554731264" sldId="261"/>
            <ac:spMk id="3" creationId="{DAA2EF41-FEAD-89BD-866E-3C0B67CF7C15}"/>
          </ac:spMkLst>
        </pc:spChg>
        <pc:spChg chg="del">
          <ac:chgData name="HEMA VARSHNI M" userId="9cb6cf49-e914-4d34-81b2-ef8b7c42e1ec" providerId="ADAL" clId="{D8161BC3-852B-4FEC-90FA-A941E8668ECF}" dt="2026-05-29T11:17:43.860" v="307" actId="478"/>
          <ac:spMkLst>
            <pc:docMk/>
            <pc:sldMk cId="554731264" sldId="261"/>
            <ac:spMk id="8" creationId="{3F36B3EF-2CDA-D3D5-BBB6-D7CF2F76C4AB}"/>
          </ac:spMkLst>
        </pc:spChg>
        <pc:spChg chg="del">
          <ac:chgData name="HEMA VARSHNI M" userId="9cb6cf49-e914-4d34-81b2-ef8b7c42e1ec" providerId="ADAL" clId="{D8161BC3-852B-4FEC-90FA-A941E8668ECF}" dt="2026-05-29T11:17:43.860" v="307" actId="478"/>
          <ac:spMkLst>
            <pc:docMk/>
            <pc:sldMk cId="554731264" sldId="261"/>
            <ac:spMk id="10" creationId="{0599E490-F715-6476-8C02-FDF95FC723BE}"/>
          </ac:spMkLst>
        </pc:spChg>
        <pc:spChg chg="add mod">
          <ac:chgData name="HEMA VARSHNI M" userId="9cb6cf49-e914-4d34-81b2-ef8b7c42e1ec" providerId="ADAL" clId="{D8161BC3-852B-4FEC-90FA-A941E8668ECF}" dt="2026-05-29T17:30:20.864" v="691" actId="20577"/>
          <ac:spMkLst>
            <pc:docMk/>
            <pc:sldMk cId="554731264" sldId="261"/>
            <ac:spMk id="12" creationId="{B6D3DADC-E87A-39F8-FB7E-37983AE97C7B}"/>
          </ac:spMkLst>
        </pc:spChg>
        <pc:spChg chg="mod">
          <ac:chgData name="HEMA VARSHNI M" userId="9cb6cf49-e914-4d34-81b2-ef8b7c42e1ec" providerId="ADAL" clId="{D8161BC3-852B-4FEC-90FA-A941E8668ECF}" dt="2026-05-29T11:17:17.496" v="303" actId="14100"/>
          <ac:spMkLst>
            <pc:docMk/>
            <pc:sldMk cId="554731264" sldId="261"/>
            <ac:spMk id="14" creationId="{B1EB672F-F850-2017-3E2E-CEFF95285F54}"/>
          </ac:spMkLst>
        </pc:spChg>
        <pc:picChg chg="add mod">
          <ac:chgData name="HEMA VARSHNI M" userId="9cb6cf49-e914-4d34-81b2-ef8b7c42e1ec" providerId="ADAL" clId="{D8161BC3-852B-4FEC-90FA-A941E8668ECF}" dt="2026-05-29T11:18:28.254" v="331" actId="1076"/>
          <ac:picMkLst>
            <pc:docMk/>
            <pc:sldMk cId="554731264" sldId="261"/>
            <ac:picMk id="6" creationId="{42C02B37-8023-818B-1210-01CF7B5E7044}"/>
          </ac:picMkLst>
        </pc:picChg>
        <pc:picChg chg="del">
          <ac:chgData name="HEMA VARSHNI M" userId="9cb6cf49-e914-4d34-81b2-ef8b7c42e1ec" providerId="ADAL" clId="{D8161BC3-852B-4FEC-90FA-A941E8668ECF}" dt="2026-05-29T11:17:38.672" v="305" actId="478"/>
          <ac:picMkLst>
            <pc:docMk/>
            <pc:sldMk cId="554731264" sldId="261"/>
            <ac:picMk id="7" creationId="{C7EED6D5-3416-B37D-E8E4-762ACCFF18FA}"/>
          </ac:picMkLst>
        </pc:picChg>
      </pc:sldChg>
      <pc:sldChg chg="addSp modSp mod">
        <pc:chgData name="HEMA VARSHNI M" userId="9cb6cf49-e914-4d34-81b2-ef8b7c42e1ec" providerId="ADAL" clId="{D8161BC3-852B-4FEC-90FA-A941E8668ECF}" dt="2026-05-29T11:04:32.228" v="66" actId="1076"/>
        <pc:sldMkLst>
          <pc:docMk/>
          <pc:sldMk cId="3928521984" sldId="262"/>
        </pc:sldMkLst>
        <pc:spChg chg="add mod">
          <ac:chgData name="HEMA VARSHNI M" userId="9cb6cf49-e914-4d34-81b2-ef8b7c42e1ec" providerId="ADAL" clId="{D8161BC3-852B-4FEC-90FA-A941E8668ECF}" dt="2026-05-29T11:04:32.228" v="66" actId="1076"/>
          <ac:spMkLst>
            <pc:docMk/>
            <pc:sldMk cId="3928521984" sldId="262"/>
            <ac:spMk id="7" creationId="{91A47804-3C90-05E2-1EE1-663995103FC2}"/>
          </ac:spMkLst>
        </pc:spChg>
        <pc:spChg chg="mod">
          <ac:chgData name="HEMA VARSHNI M" userId="9cb6cf49-e914-4d34-81b2-ef8b7c42e1ec" providerId="ADAL" clId="{D8161BC3-852B-4FEC-90FA-A941E8668ECF}" dt="2026-05-29T11:03:43.868" v="4" actId="1076"/>
          <ac:spMkLst>
            <pc:docMk/>
            <pc:sldMk cId="3928521984" sldId="262"/>
            <ac:spMk id="16" creationId="{77DA18D8-68C3-383E-67D9-A52E8202F966}"/>
          </ac:spMkLst>
        </pc:spChg>
        <pc:picChg chg="add mod">
          <ac:chgData name="HEMA VARSHNI M" userId="9cb6cf49-e914-4d34-81b2-ef8b7c42e1ec" providerId="ADAL" clId="{D8161BC3-852B-4FEC-90FA-A941E8668ECF}" dt="2026-05-29T11:03:49.665" v="5" actId="1076"/>
          <ac:picMkLst>
            <pc:docMk/>
            <pc:sldMk cId="3928521984" sldId="262"/>
            <ac:picMk id="6" creationId="{233B36EF-4DCD-2FB4-0BDA-B4FBBD58BDA7}"/>
          </ac:picMkLst>
        </pc:picChg>
      </pc:sldChg>
      <pc:sldChg chg="del">
        <pc:chgData name="HEMA VARSHNI M" userId="9cb6cf49-e914-4d34-81b2-ef8b7c42e1ec" providerId="ADAL" clId="{D8161BC3-852B-4FEC-90FA-A941E8668ECF}" dt="2026-05-29T17:20:36.455" v="605" actId="47"/>
        <pc:sldMkLst>
          <pc:docMk/>
          <pc:sldMk cId="980299528" sldId="263"/>
        </pc:sldMkLst>
      </pc:sldChg>
      <pc:sldChg chg="del">
        <pc:chgData name="HEMA VARSHNI M" userId="9cb6cf49-e914-4d34-81b2-ef8b7c42e1ec" providerId="ADAL" clId="{D8161BC3-852B-4FEC-90FA-A941E8668ECF}" dt="2026-05-29T17:20:35.007" v="604" actId="47"/>
        <pc:sldMkLst>
          <pc:docMk/>
          <pc:sldMk cId="283968514" sldId="264"/>
        </pc:sldMkLst>
      </pc:sldChg>
      <pc:sldChg chg="addSp delSp modSp add del mod">
        <pc:chgData name="HEMA VARSHNI M" userId="9cb6cf49-e914-4d34-81b2-ef8b7c42e1ec" providerId="ADAL" clId="{D8161BC3-852B-4FEC-90FA-A941E8668ECF}" dt="2026-05-29T17:30:33.825" v="697" actId="20577"/>
        <pc:sldMkLst>
          <pc:docMk/>
          <pc:sldMk cId="709828424" sldId="265"/>
        </pc:sldMkLst>
        <pc:spChg chg="mod">
          <ac:chgData name="HEMA VARSHNI M" userId="9cb6cf49-e914-4d34-81b2-ef8b7c42e1ec" providerId="ADAL" clId="{D8161BC3-852B-4FEC-90FA-A941E8668ECF}" dt="2026-05-29T17:16:45.062" v="537"/>
          <ac:spMkLst>
            <pc:docMk/>
            <pc:sldMk cId="709828424" sldId="265"/>
            <ac:spMk id="2" creationId="{461B6E65-5AFE-2F12-40B7-7970EF4BE427}"/>
          </ac:spMkLst>
        </pc:spChg>
        <pc:spChg chg="mod">
          <ac:chgData name="HEMA VARSHNI M" userId="9cb6cf49-e914-4d34-81b2-ef8b7c42e1ec" providerId="ADAL" clId="{D8161BC3-852B-4FEC-90FA-A941E8668ECF}" dt="2026-05-29T17:23:37.823" v="650" actId="14100"/>
          <ac:spMkLst>
            <pc:docMk/>
            <pc:sldMk cId="709828424" sldId="265"/>
            <ac:spMk id="3" creationId="{7F3ACD13-9C3B-1B78-3FD9-5FA6BB0A1617}"/>
          </ac:spMkLst>
        </pc:spChg>
        <pc:spChg chg="add del mod">
          <ac:chgData name="HEMA VARSHNI M" userId="9cb6cf49-e914-4d34-81b2-ef8b7c42e1ec" providerId="ADAL" clId="{D8161BC3-852B-4FEC-90FA-A941E8668ECF}" dt="2026-05-29T17:20:59.560" v="614" actId="478"/>
          <ac:spMkLst>
            <pc:docMk/>
            <pc:sldMk cId="709828424" sldId="265"/>
            <ac:spMk id="7" creationId="{9BE16A6E-7906-66BF-9B03-CFAD827EC82D}"/>
          </ac:spMkLst>
        </pc:spChg>
        <pc:spChg chg="del">
          <ac:chgData name="HEMA VARSHNI M" userId="9cb6cf49-e914-4d34-81b2-ef8b7c42e1ec" providerId="ADAL" clId="{D8161BC3-852B-4FEC-90FA-A941E8668ECF}" dt="2026-05-29T17:17:46.166" v="550" actId="478"/>
          <ac:spMkLst>
            <pc:docMk/>
            <pc:sldMk cId="709828424" sldId="265"/>
            <ac:spMk id="8" creationId="{2C518CFB-C5BA-4954-94DB-74C85B0507EF}"/>
          </ac:spMkLst>
        </pc:spChg>
        <pc:spChg chg="add del">
          <ac:chgData name="HEMA VARSHNI M" userId="9cb6cf49-e914-4d34-81b2-ef8b7c42e1ec" providerId="ADAL" clId="{D8161BC3-852B-4FEC-90FA-A941E8668ECF}" dt="2026-05-29T17:21:03.327" v="616" actId="22"/>
          <ac:spMkLst>
            <pc:docMk/>
            <pc:sldMk cId="709828424" sldId="265"/>
            <ac:spMk id="12" creationId="{FAB8DB87-916C-236E-3D38-5C50E2E9B770}"/>
          </ac:spMkLst>
        </pc:spChg>
        <pc:spChg chg="add mod">
          <ac:chgData name="HEMA VARSHNI M" userId="9cb6cf49-e914-4d34-81b2-ef8b7c42e1ec" providerId="ADAL" clId="{D8161BC3-852B-4FEC-90FA-A941E8668ECF}" dt="2026-05-29T17:26:47.364" v="680" actId="1076"/>
          <ac:spMkLst>
            <pc:docMk/>
            <pc:sldMk cId="709828424" sldId="265"/>
            <ac:spMk id="16" creationId="{A0946165-505B-F85A-16CC-E528D064EF61}"/>
          </ac:spMkLst>
        </pc:spChg>
        <pc:spChg chg="del mod">
          <ac:chgData name="HEMA VARSHNI M" userId="9cb6cf49-e914-4d34-81b2-ef8b7c42e1ec" providerId="ADAL" clId="{D8161BC3-852B-4FEC-90FA-A941E8668ECF}" dt="2026-05-29T17:17:49.892" v="552" actId="478"/>
          <ac:spMkLst>
            <pc:docMk/>
            <pc:sldMk cId="709828424" sldId="265"/>
            <ac:spMk id="19" creationId="{1D4EAA20-E400-3C52-055C-E58B8590E46A}"/>
          </ac:spMkLst>
        </pc:spChg>
        <pc:spChg chg="add mod">
          <ac:chgData name="HEMA VARSHNI M" userId="9cb6cf49-e914-4d34-81b2-ef8b7c42e1ec" providerId="ADAL" clId="{D8161BC3-852B-4FEC-90FA-A941E8668ECF}" dt="2026-05-29T17:25:15.837" v="660" actId="1076"/>
          <ac:spMkLst>
            <pc:docMk/>
            <pc:sldMk cId="709828424" sldId="265"/>
            <ac:spMk id="20" creationId="{44D0FA2F-D3F0-3808-4E55-4E1F7CC852D4}"/>
          </ac:spMkLst>
        </pc:spChg>
        <pc:spChg chg="del">
          <ac:chgData name="HEMA VARSHNI M" userId="9cb6cf49-e914-4d34-81b2-ef8b7c42e1ec" providerId="ADAL" clId="{D8161BC3-852B-4FEC-90FA-A941E8668ECF}" dt="2026-05-29T17:19:01.013" v="574" actId="478"/>
          <ac:spMkLst>
            <pc:docMk/>
            <pc:sldMk cId="709828424" sldId="265"/>
            <ac:spMk id="21" creationId="{29B53006-3F51-99E6-A9C0-E163E54888ED}"/>
          </ac:spMkLst>
        </pc:spChg>
        <pc:spChg chg="mod">
          <ac:chgData name="HEMA VARSHNI M" userId="9cb6cf49-e914-4d34-81b2-ef8b7c42e1ec" providerId="ADAL" clId="{D8161BC3-852B-4FEC-90FA-A941E8668ECF}" dt="2026-05-29T17:30:33.825" v="697" actId="20577"/>
          <ac:spMkLst>
            <pc:docMk/>
            <pc:sldMk cId="709828424" sldId="265"/>
            <ac:spMk id="23" creationId="{69CF0CDD-8D50-6D40-D260-276FEED0B930}"/>
          </ac:spMkLst>
        </pc:spChg>
        <pc:spChg chg="add del">
          <ac:chgData name="HEMA VARSHNI M" userId="9cb6cf49-e914-4d34-81b2-ef8b7c42e1ec" providerId="ADAL" clId="{D8161BC3-852B-4FEC-90FA-A941E8668ECF}" dt="2026-05-29T17:22:22.583" v="635" actId="22"/>
          <ac:spMkLst>
            <pc:docMk/>
            <pc:sldMk cId="709828424" sldId="265"/>
            <ac:spMk id="25" creationId="{9A2870C5-7805-AB8B-A433-250D79937F66}"/>
          </ac:spMkLst>
        </pc:spChg>
        <pc:spChg chg="add mod">
          <ac:chgData name="HEMA VARSHNI M" userId="9cb6cf49-e914-4d34-81b2-ef8b7c42e1ec" providerId="ADAL" clId="{D8161BC3-852B-4FEC-90FA-A941E8668ECF}" dt="2026-05-29T17:25:20.796" v="661" actId="1076"/>
          <ac:spMkLst>
            <pc:docMk/>
            <pc:sldMk cId="709828424" sldId="265"/>
            <ac:spMk id="27" creationId="{AB06A9E6-F293-6136-1E48-5C2E9EC71350}"/>
          </ac:spMkLst>
        </pc:spChg>
        <pc:graphicFrameChg chg="del">
          <ac:chgData name="HEMA VARSHNI M" userId="9cb6cf49-e914-4d34-81b2-ef8b7c42e1ec" providerId="ADAL" clId="{D8161BC3-852B-4FEC-90FA-A941E8668ECF}" dt="2026-05-29T17:17:44.044" v="549" actId="478"/>
          <ac:graphicFrameMkLst>
            <pc:docMk/>
            <pc:sldMk cId="709828424" sldId="265"/>
            <ac:graphicFrameMk id="6" creationId="{E76900E9-46B7-B6A9-F568-E1710E2CE47E}"/>
          </ac:graphicFrameMkLst>
        </pc:graphicFrameChg>
        <pc:picChg chg="del">
          <ac:chgData name="HEMA VARSHNI M" userId="9cb6cf49-e914-4d34-81b2-ef8b7c42e1ec" providerId="ADAL" clId="{D8161BC3-852B-4FEC-90FA-A941E8668ECF}" dt="2026-05-29T17:18:58.827" v="573" actId="478"/>
          <ac:picMkLst>
            <pc:docMk/>
            <pc:sldMk cId="709828424" sldId="265"/>
            <ac:picMk id="22" creationId="{ED0172BB-0487-9E8F-470F-D407D9BA3CB8}"/>
          </ac:picMkLst>
        </pc:picChg>
        <pc:picChg chg="add mod">
          <ac:chgData name="HEMA VARSHNI M" userId="9cb6cf49-e914-4d34-81b2-ef8b7c42e1ec" providerId="ADAL" clId="{D8161BC3-852B-4FEC-90FA-A941E8668ECF}" dt="2026-05-29T17:25:27.822" v="664" actId="1076"/>
          <ac:picMkLst>
            <pc:docMk/>
            <pc:sldMk cId="709828424" sldId="265"/>
            <ac:picMk id="29" creationId="{9B498090-DB37-7881-5774-E56901DED34F}"/>
          </ac:picMkLst>
        </pc:picChg>
      </pc:sldChg>
      <pc:sldChg chg="del">
        <pc:chgData name="HEMA VARSHNI M" userId="9cb6cf49-e914-4d34-81b2-ef8b7c42e1ec" providerId="ADAL" clId="{D8161BC3-852B-4FEC-90FA-A941E8668ECF}" dt="2026-05-29T17:20:37.542" v="606" actId="47"/>
        <pc:sldMkLst>
          <pc:docMk/>
          <pc:sldMk cId="3977141886" sldId="266"/>
        </pc:sldMkLst>
      </pc:sldChg>
      <pc:sldChg chg="del">
        <pc:chgData name="HEMA VARSHNI M" userId="9cb6cf49-e914-4d34-81b2-ef8b7c42e1ec" providerId="ADAL" clId="{D8161BC3-852B-4FEC-90FA-A941E8668ECF}" dt="2026-05-29T17:20:38.142" v="607" actId="47"/>
        <pc:sldMkLst>
          <pc:docMk/>
          <pc:sldMk cId="3883643495" sldId="267"/>
        </pc:sldMkLst>
      </pc:sldChg>
      <pc:sldChg chg="addSp delSp modSp mod">
        <pc:chgData name="HEMA VARSHNI M" userId="9cb6cf49-e914-4d34-81b2-ef8b7c42e1ec" providerId="ADAL" clId="{D8161BC3-852B-4FEC-90FA-A941E8668ECF}" dt="2026-05-29T17:31:09.036" v="708" actId="1076"/>
        <pc:sldMkLst>
          <pc:docMk/>
          <pc:sldMk cId="1129944311" sldId="268"/>
        </pc:sldMkLst>
        <pc:spChg chg="mod">
          <ac:chgData name="HEMA VARSHNI M" userId="9cb6cf49-e914-4d34-81b2-ef8b7c42e1ec" providerId="ADAL" clId="{D8161BC3-852B-4FEC-90FA-A941E8668ECF}" dt="2026-05-29T11:05:07.163" v="75" actId="1076"/>
          <ac:spMkLst>
            <pc:docMk/>
            <pc:sldMk cId="1129944311" sldId="268"/>
            <ac:spMk id="2" creationId="{48C5C97E-E800-7DED-8BAB-7E036A57DD1C}"/>
          </ac:spMkLst>
        </pc:spChg>
        <pc:spChg chg="mod">
          <ac:chgData name="HEMA VARSHNI M" userId="9cb6cf49-e914-4d34-81b2-ef8b7c42e1ec" providerId="ADAL" clId="{D8161BC3-852B-4FEC-90FA-A941E8668ECF}" dt="2026-05-29T17:30:01.514" v="685" actId="1076"/>
          <ac:spMkLst>
            <pc:docMk/>
            <pc:sldMk cId="1129944311" sldId="268"/>
            <ac:spMk id="3" creationId="{F98D2DE2-85C7-D32B-E51E-0C66E9DFE15A}"/>
          </ac:spMkLst>
        </pc:spChg>
        <pc:spChg chg="add mod">
          <ac:chgData name="HEMA VARSHNI M" userId="9cb6cf49-e914-4d34-81b2-ef8b7c42e1ec" providerId="ADAL" clId="{D8161BC3-852B-4FEC-90FA-A941E8668ECF}" dt="2026-05-29T17:31:09.036" v="708" actId="1076"/>
          <ac:spMkLst>
            <pc:docMk/>
            <pc:sldMk cId="1129944311" sldId="268"/>
            <ac:spMk id="7" creationId="{C67AF2E5-618F-7F04-15F6-E9B6DE8652C1}"/>
          </ac:spMkLst>
        </pc:spChg>
        <pc:spChg chg="mod">
          <ac:chgData name="HEMA VARSHNI M" userId="9cb6cf49-e914-4d34-81b2-ef8b7c42e1ec" providerId="ADAL" clId="{D8161BC3-852B-4FEC-90FA-A941E8668ECF}" dt="2026-05-29T17:30:01.514" v="685" actId="1076"/>
          <ac:spMkLst>
            <pc:docMk/>
            <pc:sldMk cId="1129944311" sldId="268"/>
            <ac:spMk id="16" creationId="{5B7CB265-46FD-6A4C-0978-73B1B73DFBE2}"/>
          </ac:spMkLst>
        </pc:spChg>
        <pc:picChg chg="add mod">
          <ac:chgData name="HEMA VARSHNI M" userId="9cb6cf49-e914-4d34-81b2-ef8b7c42e1ec" providerId="ADAL" clId="{D8161BC3-852B-4FEC-90FA-A941E8668ECF}" dt="2026-05-29T17:30:48.521" v="700" actId="1076"/>
          <ac:picMkLst>
            <pc:docMk/>
            <pc:sldMk cId="1129944311" sldId="268"/>
            <ac:picMk id="6" creationId="{373F54DA-0318-6B08-1C76-1650B46ED3BF}"/>
          </ac:picMkLst>
        </pc:picChg>
        <pc:picChg chg="del">
          <ac:chgData name="HEMA VARSHNI M" userId="9cb6cf49-e914-4d34-81b2-ef8b7c42e1ec" providerId="ADAL" clId="{D8161BC3-852B-4FEC-90FA-A941E8668ECF}" dt="2026-05-29T11:05:29.564" v="82" actId="478"/>
          <ac:picMkLst>
            <pc:docMk/>
            <pc:sldMk cId="1129944311" sldId="268"/>
            <ac:picMk id="10" creationId="{DB635B30-71DA-4F13-612B-F241837ED22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5E45-C2CC-41E5-855C-741E1BC4588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0CBBB-2C99-4DC0-8335-893C3AA3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9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0CBBB-2C99-4DC0-8335-893C3AA3BE5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400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0413-98A2-91B2-E867-0735313AF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81411-B99D-CD52-DF7E-6A51A9472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BF8B-A3B8-AABC-24DA-7AAD0AB7A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BE9E3-EF44-3135-638C-3AF32E96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EBDF-3705-BBED-A5A9-998D3D23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1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92B8-3DD8-CA2B-9E41-6A0424CC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30F1-84AD-4C50-B30E-A948E8035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D8E8E-5580-01E8-5BFB-FF3CC86F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10A4-BD37-7EB9-FC87-43FB1889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5FCED-8E9E-22E8-EB3E-B5ED5134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7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2F09-07BE-BCBC-4124-F7C563E1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90AB-6E89-B786-BEC2-A666E3BF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ADCE-C884-4AC9-8758-24AFADAA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7101-444E-45E6-1F07-7DA122A7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DE4F4-6861-A8D1-BB79-E1F7689E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36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1B1C-AD1C-9647-F56D-4ABA5406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453A8-A5CE-ED82-E07D-577CE249A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7C6FC-E928-9533-9D15-8A09B42F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F5722-CB47-8F6F-1D74-78F74073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7126-D050-3A66-0934-DBF9F4EF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627F9-BA75-BB95-387B-21A5B27A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7F21-2BC2-B9CC-9A9A-6FDA82A91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8B019-013D-4A53-A73E-D1F5939A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71DE6-984B-A7E2-E04E-2937344D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4811D-57B2-4F77-03F4-FB0940FAE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62B42-1A88-F7D5-3E8A-5781E7503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4CD8E-516D-4EA1-D828-26A52D82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F6F2D-CDA2-E9CD-222B-07E94DDE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CEAA6-518A-4C21-875F-8089AE62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1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5BC3-96F0-9E60-D884-3A1B4385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6166D-4255-D541-F874-B360B67F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24CE4-E95D-3B16-8571-0BEDE48C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F6B32-ECE6-E534-407E-DE613A87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0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1C172-2F15-62D3-4867-6D94D661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1D80A-08E9-14EB-316A-0146BCBF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BEC1C-8142-2AC4-F2BA-CBDB9A7B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CAA6-69E5-599B-0352-97BB8283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46D2-9290-A0A2-D340-2724D7F7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04EE3-18AD-5184-9B50-3D5E27F02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AEBE0-3853-C8EB-58AA-94D33C0D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909CD-CA08-38E5-1E4F-C82E6F8C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C3992-9D27-D697-146A-075957B8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24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BD39-859B-9828-BB0C-E29CF942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E4FEC-6633-44AB-F243-BA3D2BFA8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0E200-5286-5A1A-15AA-1942D06CF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787EF-68BF-C3DE-EE06-D19220E9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C15AC-F337-932F-94AA-19B12477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E4DD1-7B0F-F643-C582-D1C14424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5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6795-2CA7-E821-32E4-D1025967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F00C3-A94E-B685-119B-96B7B8B51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41EC-A54D-E712-1884-6C2999F5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38634-36CD-4394-7C7C-005128F6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35008-1C1F-E7B3-B507-5FCC79A7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39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C8C5BA-8043-06F5-2D1B-B2F87F6F3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66328-D0B1-8B74-EF81-EE0CB8B20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02C70-4C65-2705-4610-7F31CF63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1864-EE86-8F7E-1E09-32744844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ECB9-5537-A0F8-BFC4-6E920EEF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41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9AFA5-AEE1-0A01-E69F-C0500519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BD1B3-B80A-BB2F-FA37-B8A8B91AD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0339-ACAA-0701-C9DE-067A04F65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1B7F0-13AE-4E30-BCD4-102A0335973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F519-5407-70DB-17F1-AF18EED63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9D4A-D0BE-F529-1ECB-39E19FB2A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9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965AC-1A2F-333D-B332-CAF8313E5CA1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REVIEW OF RESEARCH PAPER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041B7-1DC0-4229-BF21-42B8DB91036B}"/>
              </a:ext>
            </a:extLst>
          </p:cNvPr>
          <p:cNvSpPr txBox="1"/>
          <p:nvPr/>
        </p:nvSpPr>
        <p:spPr>
          <a:xfrm>
            <a:off x="640078" y="2872898"/>
            <a:ext cx="6270387" cy="209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Post-cracking Behaviour of Steel Fibre Reinforced Concrete (2003)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By J.A.O. Barros, V.M.C.F. Cunha, A.F. Ribeiro and J.A.B. Antunes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Structures</a:t>
            </a:r>
          </a:p>
        </p:txBody>
      </p:sp>
      <p:pic>
        <p:nvPicPr>
          <p:cNvPr id="11" name="Picture 10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ECE5DAF-BE07-7600-73AD-0579F9383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59651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89A024-D4EA-F962-3ABC-4E44579CE80B}"/>
              </a:ext>
            </a:extLst>
          </p:cNvPr>
          <p:cNvSpPr txBox="1"/>
          <p:nvPr/>
        </p:nvSpPr>
        <p:spPr>
          <a:xfrm>
            <a:off x="1423142" y="4657744"/>
            <a:ext cx="4051843" cy="11560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HEMA VARSHNI	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&amp; DEPT: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Civil Engineering|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Dr.Keerthana Kirupakaran</a:t>
            </a:r>
          </a:p>
        </p:txBody>
      </p:sp>
      <p:pic>
        <p:nvPicPr>
          <p:cNvPr id="2" name="Picture 1" descr="BTCM : Department of Civil Engineering-IIT Madras">
            <a:extLst>
              <a:ext uri="{FF2B5EF4-FFF2-40B4-BE49-F238E27FC236}">
                <a16:creationId xmlns:a16="http://schemas.microsoft.com/office/drawing/2014/main" id="{F141876B-9D61-C170-DB90-B9CAD4597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194" y="134911"/>
            <a:ext cx="1518691" cy="85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1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E7669-1A81-2109-BF42-7A0E0FB3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C5F1F-266D-F88A-DBD6-9CA9ECEE5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1B290-AC49-FF2A-FA68-2E1AA6369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92C7BA-F8C1-B595-C646-12739E303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E7500C-B81E-CCF9-A492-23A369AB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AD2F64-98A3-1119-22C5-27D3FAD30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722E3-C28A-C915-09CF-F8CA7D7E2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691" y="291792"/>
            <a:ext cx="8388388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RILEM POST-CRACKING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79E4F-62CD-F2B9-30B9-0E4E5A61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980" y="1655333"/>
            <a:ext cx="5669915" cy="52194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explains the parameters proposed by RILEM TC 162-TDF for characterizing SFRC after cracking.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Strength Parameters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feq,2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feq,3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calculated from the energy absorbed after cracking.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Strength Parameters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fR,1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fR,4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represent flexural stress at specified crack openings/deflections.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feq is based on energy absorption.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 is based on individual points on the load-deflection curve.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 may be more sensitive to local irregularities.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D6C57F5-DA1C-23CC-3D39-C10468FE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A47804-3C90-05E2-1EE1-663995103FC2}"/>
              </a:ext>
            </a:extLst>
          </p:cNvPr>
          <p:cNvSpPr txBox="1"/>
          <p:nvPr/>
        </p:nvSpPr>
        <p:spPr>
          <a:xfrm>
            <a:off x="6444765" y="3506561"/>
            <a:ext cx="5669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ofJ;q,e andJ~,l flexural tensile strength 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according to RILEM TC 162-TDF [6, 8].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0D8A3B36-2F35-452B-66EA-1E3401019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3" y="291792"/>
            <a:ext cx="1622156" cy="908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83986B-A36E-833C-38AA-ED31FABB7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525" y="1590741"/>
            <a:ext cx="3931992" cy="19725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8DD506-47B4-1654-F49F-DE5354B9E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3727" y="4003574"/>
            <a:ext cx="3931992" cy="20584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9FA1991-E79C-9FF7-6123-5EE1A369DC36}"/>
              </a:ext>
            </a:extLst>
          </p:cNvPr>
          <p:cNvSpPr txBox="1"/>
          <p:nvPr/>
        </p:nvSpPr>
        <p:spPr>
          <a:xfrm>
            <a:off x="6522080" y="6035808"/>
            <a:ext cx="5669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feq,3 and fR,4 flexural tensile strength 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according to RILEM TC 162-TDF [6, 8]. </a:t>
            </a:r>
          </a:p>
        </p:txBody>
      </p:sp>
    </p:spTree>
    <p:extLst>
      <p:ext uri="{BB962C8B-B14F-4D97-AF65-F5344CB8AC3E}">
        <p14:creationId xmlns:p14="http://schemas.microsoft.com/office/powerpoint/2010/main" val="3928521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B682D-706F-D7EB-E000-68EEB5B6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814C31A-ED01-983C-71CF-F2760191C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32793F-DAB6-6421-6647-8428ECE15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B6279-05A2-67A5-DC45-C783F9207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1D278D-9CBD-5800-FD4D-6DF9468CA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564367-9CFE-EDB3-EB35-396307714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5C97E-E800-7DED-8BAB-7E036A57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385" y="291792"/>
            <a:ext cx="9788576" cy="103366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D2DE2-85C7-D32B-E51E-0C66E9DF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577" y="2386037"/>
            <a:ext cx="4202712" cy="3683358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hooked-end steel fibres were used: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F80/60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60 mm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Diameter = 0.75 mm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 ratio = 80 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F65/60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60 mm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Diameter = 0.92 mm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 ratio = 65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post-cracking behaviour.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influence of: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content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type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distribution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214C4D5A-ADFD-3CFE-C8EE-5A4CBB79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862521" y="145895"/>
            <a:ext cx="1329479" cy="1325461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7CB265-46FD-6A4C-0978-73B1B73DFBE2}"/>
              </a:ext>
            </a:extLst>
          </p:cNvPr>
          <p:cNvSpPr txBox="1">
            <a:spLocks/>
          </p:cNvSpPr>
          <p:nvPr/>
        </p:nvSpPr>
        <p:spPr>
          <a:xfrm>
            <a:off x="4516179" y="2178879"/>
            <a:ext cx="3963044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Procedure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Three-point bending test.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Notched beam specimens.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200 tests conducted.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fibre contents investigated.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distribution on fracture surface evaluated. 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Observation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workability mixes showed fibre segregation during casting, affecting crack behaviour.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4A977329-479D-313E-A67D-78D1E7D4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68" y="481469"/>
            <a:ext cx="1168418" cy="65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4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2E0BA-3EE4-81DF-0F4C-0600525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9C5A3-F222-DB82-5DE8-0E473683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164" y="275924"/>
            <a:ext cx="7367667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 DISTRIBUTION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954B8-D776-3DF0-1E89-F5E10CCD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29" y="1873355"/>
            <a:ext cx="6797919" cy="4242631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fracture surfaces were examined to determine fibre distribution.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fibres crossing the fracture surface increased with fibre content.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F80/60 specimens contained more fibres due to smaller diameter.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segregation occurred in casting direction.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distribution strongly influences post-cracking behaviour.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Reinforcement Index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defined: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Nf × df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 = number of fibres crossing fracture surface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= fibre diameter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index better represents reinforcement effectiveness.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8D075B2C-E8B8-40B7-2C37-516E0345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008BDE23-9CCB-2BDA-C530-BD28155F9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3" y="291792"/>
            <a:ext cx="1622156" cy="9084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7AF2E5-618F-7F04-15F6-E9B6DE8652C1}"/>
              </a:ext>
            </a:extLst>
          </p:cNvPr>
          <p:cNvSpPr txBox="1"/>
          <p:nvPr/>
        </p:nvSpPr>
        <p:spPr>
          <a:xfrm>
            <a:off x="10144460" y="1997794"/>
            <a:ext cx="17551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between the content of fibres, Cf; and the number of fibres on the specimen fracture surface, Nf.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8234A1-A2CF-7F30-7130-62F6490BF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992" y="1709752"/>
            <a:ext cx="3796656" cy="22849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585589-FB87-3E42-9083-6224909FC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579" y="4375211"/>
            <a:ext cx="3907992" cy="22068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4D2072-F5CD-0F50-913C-2D35D07A9759}"/>
              </a:ext>
            </a:extLst>
          </p:cNvPr>
          <p:cNvSpPr txBox="1"/>
          <p:nvPr/>
        </p:nvSpPr>
        <p:spPr>
          <a:xfrm>
            <a:off x="5941545" y="4730991"/>
            <a:ext cx="17551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between the content of fibres, Cf; and the </a:t>
            </a:r>
          </a:p>
          <a:p>
            <a:pPr algn="just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reinforcement index, Nfdf.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6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5EB54-7041-44C7-A306-4B706987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84570E-350C-C649-BAC0-DD43D942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8C6A96-9DFA-4613-507C-3A21130E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746674-90ED-6301-4024-DACE385D5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BCB53-DE2D-795D-4AC0-154EC72C1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5B2197-470E-4B0B-16ED-83952CBE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1853B-311F-67D1-E3E5-4A4371CD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19" y="339610"/>
            <a:ext cx="8684723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FIBRE CONTENT ON POST-CRACKING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2EF41-FEAD-89BD-866E-3C0B67CF7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85" y="1645250"/>
            <a:ext cx="4654324" cy="46697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shows that increasing fibre dosage improves post-cracking performance.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Strength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feq,2 increases almost linearly with fibre content.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Strength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fR,1 also increases with fibre content.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F80/60 generally produced slightly higher values.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 depends on actual number of fibres crossing the crack plane.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D586A3E6-D2E1-78EF-7E2D-9FB8747AC3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D3DADC-E87A-39F8-FB7E-37983AE97C7B}"/>
              </a:ext>
            </a:extLst>
          </p:cNvPr>
          <p:cNvSpPr txBox="1"/>
          <p:nvPr/>
        </p:nvSpPr>
        <p:spPr>
          <a:xfrm>
            <a:off x="9417830" y="2567842"/>
            <a:ext cx="230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Relationship between Cf and feq.2. 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D5B4A02A-40BE-4743-59AB-92921874B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63" y="291792"/>
            <a:ext cx="1622156" cy="9084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F9AC03-E7CB-0008-2BD2-4A7DEA04C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433" y="1617254"/>
            <a:ext cx="4173960" cy="24243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10AC98-FF34-93E2-C6F3-0D357147FD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4621" y="4205618"/>
            <a:ext cx="4173960" cy="2484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7F1FDA-9934-DCC8-60AB-9E320A8C401B}"/>
              </a:ext>
            </a:extLst>
          </p:cNvPr>
          <p:cNvSpPr txBox="1"/>
          <p:nvPr/>
        </p:nvSpPr>
        <p:spPr>
          <a:xfrm>
            <a:off x="5387178" y="5232194"/>
            <a:ext cx="230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Relationship between Cf and fe.1. </a:t>
            </a:r>
          </a:p>
        </p:txBody>
      </p:sp>
    </p:spTree>
    <p:extLst>
      <p:ext uri="{BB962C8B-B14F-4D97-AF65-F5344CB8AC3E}">
        <p14:creationId xmlns:p14="http://schemas.microsoft.com/office/powerpoint/2010/main" val="55473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B2F8E-46F9-7D8A-F3FF-5D35170A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19DE87-0656-1865-B1A1-9F107CB7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01621-1059-2B03-3D02-3C73A97DD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18DC2B-CFCB-E0DF-0518-7E24DEB0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77BC0-79FF-70DB-E29D-B862207A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1571EB-2BF8-EF68-47F9-F0CB196BF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B6D3A-F49C-5B44-4FEE-D1AB5BC51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987" y="278535"/>
            <a:ext cx="6046314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FEQ AND FR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A6778-9131-82D8-23A5-D8B451EDA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353" y="1590739"/>
            <a:ext cx="5380797" cy="51278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major objective was to determine whether residual strength parameters could replace equivalent strength parameters.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 exists between feq and fR.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parameters describe post-cracking behaviour effectively.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However: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Conclusion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 showed larger scatter.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occurs because: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 depends on specific points on the load-deflection curve.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feq is based on absorbed energy and is more stable.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feq is more suitable for design purposes.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B556C5F0-F0CC-322B-AB50-2EEE8DF5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939B3-11AA-3FBF-CD1B-3EBD7EA1184F}"/>
              </a:ext>
            </a:extLst>
          </p:cNvPr>
          <p:cNvSpPr txBox="1"/>
          <p:nvPr/>
        </p:nvSpPr>
        <p:spPr>
          <a:xfrm>
            <a:off x="6284125" y="3972269"/>
            <a:ext cx="4710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between fq and fk in series reinforced with 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fibres (a) F80/60 and (b) F65/60.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CF874408-636A-B1CB-495B-13B48D167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3" y="291792"/>
            <a:ext cx="1622156" cy="9084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BA559F-678C-E876-F9A4-C194E0701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386" y="1640334"/>
            <a:ext cx="3534268" cy="23344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5350BB-6C30-2E0B-BF59-F3A12E3C03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362"/>
          <a:stretch>
            <a:fillRect/>
          </a:stretch>
        </p:blipFill>
        <p:spPr>
          <a:xfrm>
            <a:off x="8269744" y="4441832"/>
            <a:ext cx="3534268" cy="241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3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52B55-9227-66DD-E467-08B156AA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87CEB-3B58-97E7-09CC-64A571146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719E6-E66B-60CB-8803-CD11F1736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58BA0-2AA1-85A6-8DCA-B10613CD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9C836-CC93-F6BD-B277-AA2D19272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112C6-6B5A-77BA-B193-471F075D2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B6E65-5AFE-2F12-40B7-7970EF4B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485" y="291792"/>
            <a:ext cx="6849053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MODELLING AND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CD13-9C3B-1B78-3FD9-5FA6BB0A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077" y="1994155"/>
            <a:ext cx="3532856" cy="415182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Model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layered cross-section model was developed.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constitutive approaches were studied:</a:t>
            </a:r>
          </a:p>
          <a:p>
            <a:pPr marL="0" indent="0">
              <a:buNone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– ε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Stress–strain relationship</a:t>
            </a:r>
          </a:p>
          <a:p>
            <a:pPr marL="0" indent="0">
              <a:buNone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–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Method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Stress–crack opening relationship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RILEM 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σ–ε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did not accurately reproduce experimental behaviour.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analysis provided improved constitutive parameters.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crack opening and post-cracking strain was established.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9C9C0268-C32A-E753-E233-F6762C92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128314-DB00-EE8D-599C-DC1A516D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321" y="4396100"/>
            <a:ext cx="3210373" cy="228631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9CF0CDD-8D50-6D40-D260-276FEED0B930}"/>
              </a:ext>
            </a:extLst>
          </p:cNvPr>
          <p:cNvSpPr txBox="1"/>
          <p:nvPr/>
        </p:nvSpPr>
        <p:spPr>
          <a:xfrm>
            <a:off x="5480052" y="4534769"/>
            <a:ext cx="23401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crack opening diagram used in the a-w-method.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946165-505B-F85A-16CC-E528D064EF61}"/>
              </a:ext>
            </a:extLst>
          </p:cNvPr>
          <p:cNvSpPr txBox="1"/>
          <p:nvPr/>
        </p:nvSpPr>
        <p:spPr>
          <a:xfrm>
            <a:off x="3953933" y="1728873"/>
            <a:ext cx="3527685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feq and fR increase with fibre content.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 exists between feq and fR.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feq shows lower scatter and is more reliable.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inverse analysis successfully reproduced experimental load-deflection curves.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 process zone length ranged from approximately 62.5–75 mm.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10D72201-FFD2-30F6-349B-72E010190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63" y="291792"/>
            <a:ext cx="1622156" cy="908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4EE090-755D-E9FA-783C-FA5C8E51E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562" y="1728873"/>
            <a:ext cx="3767371" cy="43121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804676-722D-3B36-87DE-3CC5A52764A5}"/>
              </a:ext>
            </a:extLst>
          </p:cNvPr>
          <p:cNvSpPr txBox="1"/>
          <p:nvPr/>
        </p:nvSpPr>
        <p:spPr>
          <a:xfrm>
            <a:off x="8115299" y="6041036"/>
            <a:ext cx="40449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9.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the post cracking strain, Epcr, and the crack opening displacement, w, for a crack opening up to a) 10 mm and b) 3 mm. </a:t>
            </a:r>
          </a:p>
        </p:txBody>
      </p:sp>
    </p:spTree>
    <p:extLst>
      <p:ext uri="{BB962C8B-B14F-4D97-AF65-F5344CB8AC3E}">
        <p14:creationId xmlns:p14="http://schemas.microsoft.com/office/powerpoint/2010/main" val="70982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2E0BFDA19CD04BBBC0BCA164A788D2" ma:contentTypeVersion="12" ma:contentTypeDescription="Create a new document." ma:contentTypeScope="" ma:versionID="7fbbd0cf0f9d76d8c506aa59d1764726">
  <xsd:schema xmlns:xsd="http://www.w3.org/2001/XMLSchema" xmlns:xs="http://www.w3.org/2001/XMLSchema" xmlns:p="http://schemas.microsoft.com/office/2006/metadata/properties" xmlns:ns3="b86f656f-868b-466e-be8d-86f11f258c7c" targetNamespace="http://schemas.microsoft.com/office/2006/metadata/properties" ma:root="true" ma:fieldsID="2ca97ea48aa22325c8a21e6571da8d44" ns3:_="">
    <xsd:import namespace="b86f656f-868b-466e-be8d-86f11f258c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f656f-868b-466e-be8d-86f11f258c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6f656f-868b-466e-be8d-86f11f258c7c" xsi:nil="true"/>
  </documentManagement>
</p:properties>
</file>

<file path=customXml/itemProps1.xml><?xml version="1.0" encoding="utf-8"?>
<ds:datastoreItem xmlns:ds="http://schemas.openxmlformats.org/officeDocument/2006/customXml" ds:itemID="{BE53BC1C-E1F0-4914-B23B-E068D5E8BF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4B08CB-A840-4646-8C3B-70CB53BFB2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6f656f-868b-466e-be8d-86f11f258c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B47977-72F7-466A-BD64-71CF679FD34C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86f656f-868b-466e-be8d-86f11f258c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796</Words>
  <Application>Microsoft Office PowerPoint</Application>
  <PresentationFormat>Widescreen</PresentationFormat>
  <Paragraphs>112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RILEM POST-CRACKING PARAMETERS</vt:lpstr>
      <vt:lpstr>EXPERIMENTAL PROGRAM</vt:lpstr>
      <vt:lpstr>FIBRE DISTRIBUTION RESULTS</vt:lpstr>
      <vt:lpstr>INFLUENCE OF FIBRE CONTENT ON POST-CRACKING STRENGTH</vt:lpstr>
      <vt:lpstr>RELATIONSHIP BETWEEN FEQ AND FR</vt:lpstr>
      <vt:lpstr>NUMERICAL MODELLING AND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VARSHNI M</dc:creator>
  <cp:lastModifiedBy>HEMA VARSHNI M</cp:lastModifiedBy>
  <cp:revision>4</cp:revision>
  <dcterms:created xsi:type="dcterms:W3CDTF">2026-05-29T06:13:10Z</dcterms:created>
  <dcterms:modified xsi:type="dcterms:W3CDTF">2026-06-02T11:11:22Z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0x010100682E0BFDA19CD04BBBC0BCA164A788D2</vt:lpwstr>
  </property>
</Properties>
</file>