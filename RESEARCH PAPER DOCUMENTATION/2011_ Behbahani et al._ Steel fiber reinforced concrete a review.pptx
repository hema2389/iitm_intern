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62" r:id="rId6"/>
    <p:sldId id="268" r:id="rId7"/>
    <p:sldId id="259" r:id="rId8"/>
    <p:sldId id="261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888"/>
    <a:srgbClr val="F84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2FA79-DCF9-4F39-9484-6B85D5C7CD5B}" v="83" dt="2026-05-30T13:44:59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VARSHNI M" userId="9cb6cf49-e914-4d34-81b2-ef8b7c42e1ec" providerId="ADAL" clId="{D8161BC3-852B-4FEC-90FA-A941E8668ECF}"/>
    <pc:docChg chg="undo redo custSel delSld modSld">
      <pc:chgData name="HEMA VARSHNI M" userId="9cb6cf49-e914-4d34-81b2-ef8b7c42e1ec" providerId="ADAL" clId="{D8161BC3-852B-4FEC-90FA-A941E8668ECF}" dt="2026-05-30T13:47:48.668" v="840" actId="14100"/>
      <pc:docMkLst>
        <pc:docMk/>
      </pc:docMkLst>
      <pc:sldChg chg="modSp mod">
        <pc:chgData name="HEMA VARSHNI M" userId="9cb6cf49-e914-4d34-81b2-ef8b7c42e1ec" providerId="ADAL" clId="{D8161BC3-852B-4FEC-90FA-A941E8668ECF}" dt="2026-05-29T17:44:16.158" v="62"/>
        <pc:sldMkLst>
          <pc:docMk/>
          <pc:sldMk cId="794711696" sldId="256"/>
        </pc:sldMkLst>
        <pc:spChg chg="mod">
          <ac:chgData name="HEMA VARSHNI M" userId="9cb6cf49-e914-4d34-81b2-ef8b7c42e1ec" providerId="ADAL" clId="{D8161BC3-852B-4FEC-90FA-A941E8668ECF}" dt="2026-05-29T17:44:16.158" v="62"/>
          <ac:spMkLst>
            <pc:docMk/>
            <pc:sldMk cId="794711696" sldId="256"/>
            <ac:spMk id="7" creationId="{CA3041B7-1DC0-4229-BF21-42B8DB91036B}"/>
          </ac:spMkLst>
        </pc:spChg>
      </pc:sldChg>
      <pc:sldChg chg="addSp modSp mod">
        <pc:chgData name="HEMA VARSHNI M" userId="9cb6cf49-e914-4d34-81b2-ef8b7c42e1ec" providerId="ADAL" clId="{D8161BC3-852B-4FEC-90FA-A941E8668ECF}" dt="2026-05-30T13:09:03.467" v="538"/>
        <pc:sldMkLst>
          <pc:docMk/>
          <pc:sldMk cId="1407065901" sldId="259"/>
        </pc:sldMkLst>
        <pc:spChg chg="mod">
          <ac:chgData name="HEMA VARSHNI M" userId="9cb6cf49-e914-4d34-81b2-ef8b7c42e1ec" providerId="ADAL" clId="{D8161BC3-852B-4FEC-90FA-A941E8668ECF}" dt="2026-05-29T18:18:05.991" v="461" actId="122"/>
          <ac:spMkLst>
            <pc:docMk/>
            <pc:sldMk cId="1407065901" sldId="259"/>
            <ac:spMk id="2" creationId="{DDE9C5A3-F222-DB82-5DE8-0E473683850B}"/>
          </ac:spMkLst>
        </pc:spChg>
        <pc:spChg chg="mod">
          <ac:chgData name="HEMA VARSHNI M" userId="9cb6cf49-e914-4d34-81b2-ef8b7c42e1ec" providerId="ADAL" clId="{D8161BC3-852B-4FEC-90FA-A941E8668ECF}" dt="2026-05-29T18:19:25.393" v="500" actId="1076"/>
          <ac:spMkLst>
            <pc:docMk/>
            <pc:sldMk cId="1407065901" sldId="259"/>
            <ac:spMk id="3" creationId="{AB3954B8-D776-3DF0-1E89-F5E10CCD0798}"/>
          </ac:spMkLst>
        </pc:spChg>
        <pc:spChg chg="add mod">
          <ac:chgData name="HEMA VARSHNI M" userId="9cb6cf49-e914-4d34-81b2-ef8b7c42e1ec" providerId="ADAL" clId="{D8161BC3-852B-4FEC-90FA-A941E8668ECF}" dt="2026-05-29T18:21:08.012" v="529" actId="20577"/>
          <ac:spMkLst>
            <pc:docMk/>
            <pc:sldMk cId="1407065901" sldId="259"/>
            <ac:spMk id="6" creationId="{7CF1E395-08EE-401D-C199-81135BC81A28}"/>
          </ac:spMkLst>
        </pc:spChg>
        <pc:spChg chg="add mod">
          <ac:chgData name="HEMA VARSHNI M" userId="9cb6cf49-e914-4d34-81b2-ef8b7c42e1ec" providerId="ADAL" clId="{D8161BC3-852B-4FEC-90FA-A941E8668ECF}" dt="2026-05-30T13:09:03.467" v="538"/>
          <ac:spMkLst>
            <pc:docMk/>
            <pc:sldMk cId="1407065901" sldId="259"/>
            <ac:spMk id="10" creationId="{2E5792F2-0AEB-A9DB-4523-7FFE499ED69B}"/>
          </ac:spMkLst>
        </pc:spChg>
        <pc:picChg chg="add mod">
          <ac:chgData name="HEMA VARSHNI M" userId="9cb6cf49-e914-4d34-81b2-ef8b7c42e1ec" providerId="ADAL" clId="{D8161BC3-852B-4FEC-90FA-A941E8668ECF}" dt="2026-05-30T13:08:34.702" v="531" actId="1076"/>
          <ac:picMkLst>
            <pc:docMk/>
            <pc:sldMk cId="1407065901" sldId="259"/>
            <ac:picMk id="8" creationId="{57AD6A56-39BE-8827-F949-9D73DE67559E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30T13:41:10.403" v="759"/>
        <pc:sldMkLst>
          <pc:docMk/>
          <pc:sldMk cId="2543133401" sldId="260"/>
        </pc:sldMkLst>
        <pc:spChg chg="mod">
          <ac:chgData name="HEMA VARSHNI M" userId="9cb6cf49-e914-4d34-81b2-ef8b7c42e1ec" providerId="ADAL" clId="{D8161BC3-852B-4FEC-90FA-A941E8668ECF}" dt="2026-05-30T13:34:28.552" v="707" actId="122"/>
          <ac:spMkLst>
            <pc:docMk/>
            <pc:sldMk cId="2543133401" sldId="260"/>
            <ac:spMk id="2" creationId="{FC5B6D3A-F49C-5B44-4FEE-D1AB5BC513F1}"/>
          </ac:spMkLst>
        </pc:spChg>
        <pc:spChg chg="mod">
          <ac:chgData name="HEMA VARSHNI M" userId="9cb6cf49-e914-4d34-81b2-ef8b7c42e1ec" providerId="ADAL" clId="{D8161BC3-852B-4FEC-90FA-A941E8668ECF}" dt="2026-05-30T13:37:37.637" v="743" actId="1076"/>
          <ac:spMkLst>
            <pc:docMk/>
            <pc:sldMk cId="2543133401" sldId="260"/>
            <ac:spMk id="3" creationId="{B75A6778-9131-82D8-23A5-D8B451EDA01E}"/>
          </ac:spMkLst>
        </pc:spChg>
        <pc:spChg chg="mod">
          <ac:chgData name="HEMA VARSHNI M" userId="9cb6cf49-e914-4d34-81b2-ef8b7c42e1ec" providerId="ADAL" clId="{D8161BC3-852B-4FEC-90FA-A941E8668ECF}" dt="2026-05-30T13:39:23.488" v="751" actId="1076"/>
          <ac:spMkLst>
            <pc:docMk/>
            <pc:sldMk cId="2543133401" sldId="260"/>
            <ac:spMk id="6" creationId="{BD585E47-A280-E33E-DBEA-22AC6A92E1B9}"/>
          </ac:spMkLst>
        </pc:spChg>
        <pc:spChg chg="mod">
          <ac:chgData name="HEMA VARSHNI M" userId="9cb6cf49-e914-4d34-81b2-ef8b7c42e1ec" providerId="ADAL" clId="{D8161BC3-852B-4FEC-90FA-A941E8668ECF}" dt="2026-05-30T13:41:10.403" v="759"/>
          <ac:spMkLst>
            <pc:docMk/>
            <pc:sldMk cId="2543133401" sldId="260"/>
            <ac:spMk id="10" creationId="{FD6939B3-11AA-3FBF-CD1B-3EBD7EA1184F}"/>
          </ac:spMkLst>
        </pc:spChg>
        <pc:picChg chg="add mod">
          <ac:chgData name="HEMA VARSHNI M" userId="9cb6cf49-e914-4d34-81b2-ef8b7c42e1ec" providerId="ADAL" clId="{D8161BC3-852B-4FEC-90FA-A941E8668ECF}" dt="2026-05-30T13:39:31.943" v="753" actId="1076"/>
          <ac:picMkLst>
            <pc:docMk/>
            <pc:sldMk cId="2543133401" sldId="260"/>
            <ac:picMk id="7" creationId="{2188D269-1A74-0872-7442-28A84A306EAB}"/>
          </ac:picMkLst>
        </pc:picChg>
        <pc:picChg chg="del">
          <ac:chgData name="HEMA VARSHNI M" userId="9cb6cf49-e914-4d34-81b2-ef8b7c42e1ec" providerId="ADAL" clId="{D8161BC3-852B-4FEC-90FA-A941E8668ECF}" dt="2026-05-30T13:38:42.310" v="745" actId="478"/>
          <ac:picMkLst>
            <pc:docMk/>
            <pc:sldMk cId="2543133401" sldId="260"/>
            <ac:picMk id="8" creationId="{6D8EBBDD-09A0-4EAF-7469-E641B77DF822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30T13:31:07.508" v="700" actId="404"/>
        <pc:sldMkLst>
          <pc:docMk/>
          <pc:sldMk cId="554731264" sldId="261"/>
        </pc:sldMkLst>
        <pc:spChg chg="mod">
          <ac:chgData name="HEMA VARSHNI M" userId="9cb6cf49-e914-4d34-81b2-ef8b7c42e1ec" providerId="ADAL" clId="{D8161BC3-852B-4FEC-90FA-A941E8668ECF}" dt="2026-05-30T13:09:20.705" v="541" actId="27636"/>
          <ac:spMkLst>
            <pc:docMk/>
            <pc:sldMk cId="554731264" sldId="261"/>
            <ac:spMk id="2" creationId="{46E1853B-311F-67D1-E3E5-4A4371CDA53A}"/>
          </ac:spMkLst>
        </pc:spChg>
        <pc:spChg chg="mod">
          <ac:chgData name="HEMA VARSHNI M" userId="9cb6cf49-e914-4d34-81b2-ef8b7c42e1ec" providerId="ADAL" clId="{D8161BC3-852B-4FEC-90FA-A941E8668ECF}" dt="2026-05-30T13:31:01.096" v="699" actId="403"/>
          <ac:spMkLst>
            <pc:docMk/>
            <pc:sldMk cId="554731264" sldId="261"/>
            <ac:spMk id="3" creationId="{DAA2EF41-FEAD-89BD-866E-3C0B67CF7C15}"/>
          </ac:spMkLst>
        </pc:spChg>
        <pc:spChg chg="add mod">
          <ac:chgData name="HEMA VARSHNI M" userId="9cb6cf49-e914-4d34-81b2-ef8b7c42e1ec" providerId="ADAL" clId="{D8161BC3-852B-4FEC-90FA-A941E8668ECF}" dt="2026-05-30T13:31:07.508" v="700" actId="404"/>
          <ac:spMkLst>
            <pc:docMk/>
            <pc:sldMk cId="554731264" sldId="261"/>
            <ac:spMk id="6" creationId="{0A760C7C-CF7A-FF49-33E4-437FC9C8940C}"/>
          </ac:spMkLst>
        </pc:spChg>
        <pc:spChg chg="mod">
          <ac:chgData name="HEMA VARSHNI M" userId="9cb6cf49-e914-4d34-81b2-ef8b7c42e1ec" providerId="ADAL" clId="{D8161BC3-852B-4FEC-90FA-A941E8668ECF}" dt="2026-05-30T13:13:13.530" v="653" actId="14100"/>
          <ac:spMkLst>
            <pc:docMk/>
            <pc:sldMk cId="554731264" sldId="261"/>
            <ac:spMk id="8" creationId="{3F36B3EF-2CDA-D3D5-BBB6-D7CF2F76C4AB}"/>
          </ac:spMkLst>
        </pc:spChg>
        <pc:spChg chg="mod">
          <ac:chgData name="HEMA VARSHNI M" userId="9cb6cf49-e914-4d34-81b2-ef8b7c42e1ec" providerId="ADAL" clId="{D8161BC3-852B-4FEC-90FA-A941E8668ECF}" dt="2026-05-30T13:13:42.408" v="694" actId="1076"/>
          <ac:spMkLst>
            <pc:docMk/>
            <pc:sldMk cId="554731264" sldId="261"/>
            <ac:spMk id="10" creationId="{0599E490-F715-6476-8C02-FDF95FC723BE}"/>
          </ac:spMkLst>
        </pc:spChg>
        <pc:spChg chg="mod">
          <ac:chgData name="HEMA VARSHNI M" userId="9cb6cf49-e914-4d34-81b2-ef8b7c42e1ec" providerId="ADAL" clId="{D8161BC3-852B-4FEC-90FA-A941E8668ECF}" dt="2026-05-30T13:31:01.096" v="699" actId="403"/>
          <ac:spMkLst>
            <pc:docMk/>
            <pc:sldMk cId="554731264" sldId="261"/>
            <ac:spMk id="14" creationId="{B1EB672F-F850-2017-3E2E-CEFF95285F54}"/>
          </ac:spMkLst>
        </pc:spChg>
        <pc:picChg chg="del">
          <ac:chgData name="HEMA VARSHNI M" userId="9cb6cf49-e914-4d34-81b2-ef8b7c42e1ec" providerId="ADAL" clId="{D8161BC3-852B-4FEC-90FA-A941E8668ECF}" dt="2026-05-30T13:11:59.261" v="601" actId="478"/>
          <ac:picMkLst>
            <pc:docMk/>
            <pc:sldMk cId="554731264" sldId="261"/>
            <ac:picMk id="7" creationId="{C7EED6D5-3416-B37D-E8E4-762ACCFF18FA}"/>
          </ac:picMkLst>
        </pc:picChg>
        <pc:picChg chg="add mod">
          <ac:chgData name="HEMA VARSHNI M" userId="9cb6cf49-e914-4d34-81b2-ef8b7c42e1ec" providerId="ADAL" clId="{D8161BC3-852B-4FEC-90FA-A941E8668ECF}" dt="2026-05-30T13:13:08.704" v="651" actId="1076"/>
          <ac:picMkLst>
            <pc:docMk/>
            <pc:sldMk cId="554731264" sldId="261"/>
            <ac:picMk id="16" creationId="{281D74DA-075D-25F0-7CB6-C9139293EBDC}"/>
          </ac:picMkLst>
        </pc:picChg>
        <pc:picChg chg="add mod">
          <ac:chgData name="HEMA VARSHNI M" userId="9cb6cf49-e914-4d34-81b2-ef8b7c42e1ec" providerId="ADAL" clId="{D8161BC3-852B-4FEC-90FA-A941E8668ECF}" dt="2026-05-30T13:13:18.181" v="654" actId="1076"/>
          <ac:picMkLst>
            <pc:docMk/>
            <pc:sldMk cId="554731264" sldId="261"/>
            <ac:picMk id="19" creationId="{CA21190E-8270-B8B8-3B6E-785A732B18B7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8:17:54.123" v="454" actId="122"/>
        <pc:sldMkLst>
          <pc:docMk/>
          <pc:sldMk cId="3928521984" sldId="262"/>
        </pc:sldMkLst>
        <pc:spChg chg="mod">
          <ac:chgData name="HEMA VARSHNI M" userId="9cb6cf49-e914-4d34-81b2-ef8b7c42e1ec" providerId="ADAL" clId="{D8161BC3-852B-4FEC-90FA-A941E8668ECF}" dt="2026-05-29T18:09:55.670" v="249" actId="122"/>
          <ac:spMkLst>
            <pc:docMk/>
            <pc:sldMk cId="3928521984" sldId="262"/>
            <ac:spMk id="2" creationId="{BEA722E3-C28A-C915-09CF-F8CA7D7E2D86}"/>
          </ac:spMkLst>
        </pc:spChg>
        <pc:spChg chg="mod">
          <ac:chgData name="HEMA VARSHNI M" userId="9cb6cf49-e914-4d34-81b2-ef8b7c42e1ec" providerId="ADAL" clId="{D8161BC3-852B-4FEC-90FA-A941E8668ECF}" dt="2026-05-29T18:08:08.336" v="221" actId="1076"/>
          <ac:spMkLst>
            <pc:docMk/>
            <pc:sldMk cId="3928521984" sldId="262"/>
            <ac:spMk id="3" creationId="{B8579E4F-62CD-F2B9-30B9-0E4E5A611C99}"/>
          </ac:spMkLst>
        </pc:spChg>
        <pc:spChg chg="add del mod">
          <ac:chgData name="HEMA VARSHNI M" userId="9cb6cf49-e914-4d34-81b2-ef8b7c42e1ec" providerId="ADAL" clId="{D8161BC3-852B-4FEC-90FA-A941E8668ECF}" dt="2026-05-29T18:05:10.181" v="190" actId="478"/>
          <ac:spMkLst>
            <pc:docMk/>
            <pc:sldMk cId="3928521984" sldId="262"/>
            <ac:spMk id="6" creationId="{4FF53F39-1761-8092-D6F7-B457ADE64C77}"/>
          </ac:spMkLst>
        </pc:spChg>
        <pc:spChg chg="add mod">
          <ac:chgData name="HEMA VARSHNI M" userId="9cb6cf49-e914-4d34-81b2-ef8b7c42e1ec" providerId="ADAL" clId="{D8161BC3-852B-4FEC-90FA-A941E8668ECF}" dt="2026-05-29T18:09:27.968" v="242" actId="1076"/>
          <ac:spMkLst>
            <pc:docMk/>
            <pc:sldMk cId="3928521984" sldId="262"/>
            <ac:spMk id="8" creationId="{8214B74E-A851-0CBE-E9E5-0307C78696E7}"/>
          </ac:spMkLst>
        </pc:spChg>
        <pc:spChg chg="add mod">
          <ac:chgData name="HEMA VARSHNI M" userId="9cb6cf49-e914-4d34-81b2-ef8b7c42e1ec" providerId="ADAL" clId="{D8161BC3-852B-4FEC-90FA-A941E8668ECF}" dt="2026-05-29T18:17:54.123" v="454" actId="122"/>
          <ac:spMkLst>
            <pc:docMk/>
            <pc:sldMk cId="3928521984" sldId="262"/>
            <ac:spMk id="14" creationId="{11E2349A-0F2C-EE94-9109-75E694E1DD8F}"/>
          </ac:spMkLst>
        </pc:spChg>
        <pc:spChg chg="del">
          <ac:chgData name="HEMA VARSHNI M" userId="9cb6cf49-e914-4d34-81b2-ef8b7c42e1ec" providerId="ADAL" clId="{D8161BC3-852B-4FEC-90FA-A941E8668ECF}" dt="2026-05-29T17:57:31.674" v="134" actId="478"/>
          <ac:spMkLst>
            <pc:docMk/>
            <pc:sldMk cId="3928521984" sldId="262"/>
            <ac:spMk id="16" creationId="{77DA18D8-68C3-383E-67D9-A52E8202F966}"/>
          </ac:spMkLst>
        </pc:spChg>
        <pc:picChg chg="add mod">
          <ac:chgData name="HEMA VARSHNI M" userId="9cb6cf49-e914-4d34-81b2-ef8b7c42e1ec" providerId="ADAL" clId="{D8161BC3-852B-4FEC-90FA-A941E8668ECF}" dt="2026-05-29T18:10:39.716" v="285" actId="1076"/>
          <ac:picMkLst>
            <pc:docMk/>
            <pc:sldMk cId="3928521984" sldId="262"/>
            <ac:picMk id="12" creationId="{FEFBB156-546D-2572-CCD4-A232471E40AE}"/>
          </ac:picMkLst>
        </pc:picChg>
      </pc:sldChg>
      <pc:sldChg chg="del">
        <pc:chgData name="HEMA VARSHNI M" userId="9cb6cf49-e914-4d34-81b2-ef8b7c42e1ec" providerId="ADAL" clId="{D8161BC3-852B-4FEC-90FA-A941E8668ECF}" dt="2026-05-30T13:41:37.767" v="764" actId="47"/>
        <pc:sldMkLst>
          <pc:docMk/>
          <pc:sldMk cId="980299528" sldId="263"/>
        </pc:sldMkLst>
      </pc:sldChg>
      <pc:sldChg chg="del">
        <pc:chgData name="HEMA VARSHNI M" userId="9cb6cf49-e914-4d34-81b2-ef8b7c42e1ec" providerId="ADAL" clId="{D8161BC3-852B-4FEC-90FA-A941E8668ECF}" dt="2026-05-30T13:41:36.826" v="763" actId="47"/>
        <pc:sldMkLst>
          <pc:docMk/>
          <pc:sldMk cId="283968514" sldId="264"/>
        </pc:sldMkLst>
      </pc:sldChg>
      <pc:sldChg chg="addSp delSp modSp mod">
        <pc:chgData name="HEMA VARSHNI M" userId="9cb6cf49-e914-4d34-81b2-ef8b7c42e1ec" providerId="ADAL" clId="{D8161BC3-852B-4FEC-90FA-A941E8668ECF}" dt="2026-05-30T13:47:48.668" v="840" actId="14100"/>
        <pc:sldMkLst>
          <pc:docMk/>
          <pc:sldMk cId="709828424" sldId="265"/>
        </pc:sldMkLst>
        <pc:spChg chg="mod">
          <ac:chgData name="HEMA VARSHNI M" userId="9cb6cf49-e914-4d34-81b2-ef8b7c42e1ec" providerId="ADAL" clId="{D8161BC3-852B-4FEC-90FA-A941E8668ECF}" dt="2026-05-30T13:47:48.668" v="840" actId="14100"/>
          <ac:spMkLst>
            <pc:docMk/>
            <pc:sldMk cId="709828424" sldId="265"/>
            <ac:spMk id="2" creationId="{461B6E65-5AFE-2F12-40B7-7970EF4BE427}"/>
          </ac:spMkLst>
        </pc:spChg>
        <pc:spChg chg="mod">
          <ac:chgData name="HEMA VARSHNI M" userId="9cb6cf49-e914-4d34-81b2-ef8b7c42e1ec" providerId="ADAL" clId="{D8161BC3-852B-4FEC-90FA-A941E8668ECF}" dt="2026-05-30T13:47:14.033" v="839" actId="1076"/>
          <ac:spMkLst>
            <pc:docMk/>
            <pc:sldMk cId="709828424" sldId="265"/>
            <ac:spMk id="3" creationId="{7F3ACD13-9C3B-1B78-3FD9-5FA6BB0A1617}"/>
          </ac:spMkLst>
        </pc:spChg>
        <pc:spChg chg="add del mod">
          <ac:chgData name="HEMA VARSHNI M" userId="9cb6cf49-e914-4d34-81b2-ef8b7c42e1ec" providerId="ADAL" clId="{D8161BC3-852B-4FEC-90FA-A941E8668ECF}" dt="2026-05-30T13:44:49.042" v="791" actId="22"/>
          <ac:spMkLst>
            <pc:docMk/>
            <pc:sldMk cId="709828424" sldId="265"/>
            <ac:spMk id="7" creationId="{3A4104B0-071F-9620-F458-531F0F93A3F6}"/>
          </ac:spMkLst>
        </pc:spChg>
        <pc:spChg chg="del">
          <ac:chgData name="HEMA VARSHNI M" userId="9cb6cf49-e914-4d34-81b2-ef8b7c42e1ec" providerId="ADAL" clId="{D8161BC3-852B-4FEC-90FA-A941E8668ECF}" dt="2026-05-30T13:43:58.863" v="770" actId="478"/>
          <ac:spMkLst>
            <pc:docMk/>
            <pc:sldMk cId="709828424" sldId="265"/>
            <ac:spMk id="8" creationId="{2C518CFB-C5BA-4954-94DB-74C85B0507EF}"/>
          </ac:spMkLst>
        </pc:spChg>
        <pc:spChg chg="add del">
          <ac:chgData name="HEMA VARSHNI M" userId="9cb6cf49-e914-4d34-81b2-ef8b7c42e1ec" providerId="ADAL" clId="{D8161BC3-852B-4FEC-90FA-A941E8668ECF}" dt="2026-05-30T13:45:52.201" v="815" actId="22"/>
          <ac:spMkLst>
            <pc:docMk/>
            <pc:sldMk cId="709828424" sldId="265"/>
            <ac:spMk id="12" creationId="{97479EF2-3687-A909-9FAF-5AA2BB476D85}"/>
          </ac:spMkLst>
        </pc:spChg>
        <pc:spChg chg="add mod">
          <ac:chgData name="HEMA VARSHNI M" userId="9cb6cf49-e914-4d34-81b2-ef8b7c42e1ec" providerId="ADAL" clId="{D8161BC3-852B-4FEC-90FA-A941E8668ECF}" dt="2026-05-30T13:47:14.033" v="839" actId="1076"/>
          <ac:spMkLst>
            <pc:docMk/>
            <pc:sldMk cId="709828424" sldId="265"/>
            <ac:spMk id="16" creationId="{219E5413-FC13-5644-28AE-656452095D58}"/>
          </ac:spMkLst>
        </pc:spChg>
        <pc:spChg chg="del mod">
          <ac:chgData name="HEMA VARSHNI M" userId="9cb6cf49-e914-4d34-81b2-ef8b7c42e1ec" providerId="ADAL" clId="{D8161BC3-852B-4FEC-90FA-A941E8668ECF}" dt="2026-05-30T13:44:02.373" v="772" actId="478"/>
          <ac:spMkLst>
            <pc:docMk/>
            <pc:sldMk cId="709828424" sldId="265"/>
            <ac:spMk id="19" creationId="{1D4EAA20-E400-3C52-055C-E58B8590E46A}"/>
          </ac:spMkLst>
        </pc:spChg>
        <pc:spChg chg="add del">
          <ac:chgData name="HEMA VARSHNI M" userId="9cb6cf49-e914-4d34-81b2-ef8b7c42e1ec" providerId="ADAL" clId="{D8161BC3-852B-4FEC-90FA-A941E8668ECF}" dt="2026-05-30T13:46:11.759" v="823" actId="22"/>
          <ac:spMkLst>
            <pc:docMk/>
            <pc:sldMk cId="709828424" sldId="265"/>
            <ac:spMk id="20" creationId="{49C324B2-13B9-2A4C-F717-152DB90F3396}"/>
          </ac:spMkLst>
        </pc:spChg>
        <pc:spChg chg="del">
          <ac:chgData name="HEMA VARSHNI M" userId="9cb6cf49-e914-4d34-81b2-ef8b7c42e1ec" providerId="ADAL" clId="{D8161BC3-852B-4FEC-90FA-A941E8668ECF}" dt="2026-05-30T13:44:03.729" v="773" actId="478"/>
          <ac:spMkLst>
            <pc:docMk/>
            <pc:sldMk cId="709828424" sldId="265"/>
            <ac:spMk id="21" creationId="{29B53006-3F51-99E6-A9C0-E163E54888ED}"/>
          </ac:spMkLst>
        </pc:spChg>
        <pc:spChg chg="del mod">
          <ac:chgData name="HEMA VARSHNI M" userId="9cb6cf49-e914-4d34-81b2-ef8b7c42e1ec" providerId="ADAL" clId="{D8161BC3-852B-4FEC-90FA-A941E8668ECF}" dt="2026-05-30T13:44:06.318" v="776" actId="478"/>
          <ac:spMkLst>
            <pc:docMk/>
            <pc:sldMk cId="709828424" sldId="265"/>
            <ac:spMk id="23" creationId="{69CF0CDD-8D50-6D40-D260-276FEED0B930}"/>
          </ac:spMkLst>
        </pc:spChg>
        <pc:spChg chg="add mod">
          <ac:chgData name="HEMA VARSHNI M" userId="9cb6cf49-e914-4d34-81b2-ef8b7c42e1ec" providerId="ADAL" clId="{D8161BC3-852B-4FEC-90FA-A941E8668ECF}" dt="2026-05-30T13:47:14.033" v="839" actId="1076"/>
          <ac:spMkLst>
            <pc:docMk/>
            <pc:sldMk cId="709828424" sldId="265"/>
            <ac:spMk id="25" creationId="{E7A6C8DB-A90A-70D5-AEB3-137888DFED11}"/>
          </ac:spMkLst>
        </pc:spChg>
        <pc:graphicFrameChg chg="del">
          <ac:chgData name="HEMA VARSHNI M" userId="9cb6cf49-e914-4d34-81b2-ef8b7c42e1ec" providerId="ADAL" clId="{D8161BC3-852B-4FEC-90FA-A941E8668ECF}" dt="2026-05-30T13:43:57.114" v="769" actId="478"/>
          <ac:graphicFrameMkLst>
            <pc:docMk/>
            <pc:sldMk cId="709828424" sldId="265"/>
            <ac:graphicFrameMk id="6" creationId="{E76900E9-46B7-B6A9-F568-E1710E2CE47E}"/>
          </ac:graphicFrameMkLst>
        </pc:graphicFrameChg>
        <pc:picChg chg="del">
          <ac:chgData name="HEMA VARSHNI M" userId="9cb6cf49-e914-4d34-81b2-ef8b7c42e1ec" providerId="ADAL" clId="{D8161BC3-852B-4FEC-90FA-A941E8668ECF}" dt="2026-05-30T13:44:04.545" v="774" actId="478"/>
          <ac:picMkLst>
            <pc:docMk/>
            <pc:sldMk cId="709828424" sldId="265"/>
            <ac:picMk id="22" creationId="{ED0172BB-0487-9E8F-470F-D407D9BA3CB8}"/>
          </ac:picMkLst>
        </pc:picChg>
      </pc:sldChg>
      <pc:sldChg chg="del">
        <pc:chgData name="HEMA VARSHNI M" userId="9cb6cf49-e914-4d34-81b2-ef8b7c42e1ec" providerId="ADAL" clId="{D8161BC3-852B-4FEC-90FA-A941E8668ECF}" dt="2026-05-30T13:41:38.642" v="765" actId="47"/>
        <pc:sldMkLst>
          <pc:docMk/>
          <pc:sldMk cId="3977141886" sldId="266"/>
        </pc:sldMkLst>
      </pc:sldChg>
      <pc:sldChg chg="del">
        <pc:chgData name="HEMA VARSHNI M" userId="9cb6cf49-e914-4d34-81b2-ef8b7c42e1ec" providerId="ADAL" clId="{D8161BC3-852B-4FEC-90FA-A941E8668ECF}" dt="2026-05-30T13:41:39.526" v="766" actId="47"/>
        <pc:sldMkLst>
          <pc:docMk/>
          <pc:sldMk cId="3883643495" sldId="267"/>
        </pc:sldMkLst>
      </pc:sldChg>
      <pc:sldChg chg="addSp delSp modSp mod">
        <pc:chgData name="HEMA VARSHNI M" userId="9cb6cf49-e914-4d34-81b2-ef8b7c42e1ec" providerId="ADAL" clId="{D8161BC3-852B-4FEC-90FA-A941E8668ECF}" dt="2026-05-29T18:17:50.514" v="453" actId="122"/>
        <pc:sldMkLst>
          <pc:docMk/>
          <pc:sldMk cId="1129944311" sldId="268"/>
        </pc:sldMkLst>
        <pc:spChg chg="mod">
          <ac:chgData name="HEMA VARSHNI M" userId="9cb6cf49-e914-4d34-81b2-ef8b7c42e1ec" providerId="ADAL" clId="{D8161BC3-852B-4FEC-90FA-A941E8668ECF}" dt="2026-05-29T18:11:33.642" v="292" actId="122"/>
          <ac:spMkLst>
            <pc:docMk/>
            <pc:sldMk cId="1129944311" sldId="268"/>
            <ac:spMk id="2" creationId="{48C5C97E-E800-7DED-8BAB-7E036A57DD1C}"/>
          </ac:spMkLst>
        </pc:spChg>
        <pc:spChg chg="mod">
          <ac:chgData name="HEMA VARSHNI M" userId="9cb6cf49-e914-4d34-81b2-ef8b7c42e1ec" providerId="ADAL" clId="{D8161BC3-852B-4FEC-90FA-A941E8668ECF}" dt="2026-05-29T18:16:29.343" v="379" actId="1076"/>
          <ac:spMkLst>
            <pc:docMk/>
            <pc:sldMk cId="1129944311" sldId="268"/>
            <ac:spMk id="3" creationId="{F98D2DE2-85C7-D32B-E51E-0C66E9DFE15A}"/>
          </ac:spMkLst>
        </pc:spChg>
        <pc:spChg chg="add mod">
          <ac:chgData name="HEMA VARSHNI M" userId="9cb6cf49-e914-4d34-81b2-ef8b7c42e1ec" providerId="ADAL" clId="{D8161BC3-852B-4FEC-90FA-A941E8668ECF}" dt="2026-05-29T18:16:57.427" v="380" actId="1076"/>
          <ac:spMkLst>
            <pc:docMk/>
            <pc:sldMk cId="1129944311" sldId="268"/>
            <ac:spMk id="6" creationId="{1723E5B1-C626-D14B-BEFF-6C8D10097AA9}"/>
          </ac:spMkLst>
        </pc:spChg>
        <pc:spChg chg="add mod">
          <ac:chgData name="HEMA VARSHNI M" userId="9cb6cf49-e914-4d34-81b2-ef8b7c42e1ec" providerId="ADAL" clId="{D8161BC3-852B-4FEC-90FA-A941E8668ECF}" dt="2026-05-29T18:17:50.514" v="453" actId="122"/>
          <ac:spMkLst>
            <pc:docMk/>
            <pc:sldMk cId="1129944311" sldId="268"/>
            <ac:spMk id="12" creationId="{427CE084-E3D4-F5BD-A192-53EF2BDE7929}"/>
          </ac:spMkLst>
        </pc:spChg>
        <pc:spChg chg="mod">
          <ac:chgData name="HEMA VARSHNI M" userId="9cb6cf49-e914-4d34-81b2-ef8b7c42e1ec" providerId="ADAL" clId="{D8161BC3-852B-4FEC-90FA-A941E8668ECF}" dt="2026-05-29T18:15:54.194" v="368" actId="5793"/>
          <ac:spMkLst>
            <pc:docMk/>
            <pc:sldMk cId="1129944311" sldId="268"/>
            <ac:spMk id="16" creationId="{5B7CB265-46FD-6A4C-0978-73B1B73DFBE2}"/>
          </ac:spMkLst>
        </pc:spChg>
        <pc:picChg chg="add mod modCrop">
          <ac:chgData name="HEMA VARSHNI M" userId="9cb6cf49-e914-4d34-81b2-ef8b7c42e1ec" providerId="ADAL" clId="{D8161BC3-852B-4FEC-90FA-A941E8668ECF}" dt="2026-05-29T18:17:16.747" v="388" actId="14100"/>
          <ac:picMkLst>
            <pc:docMk/>
            <pc:sldMk cId="1129944311" sldId="268"/>
            <ac:picMk id="8" creationId="{5BA56A5F-2458-C277-B242-823790BB814F}"/>
          </ac:picMkLst>
        </pc:picChg>
        <pc:picChg chg="del">
          <ac:chgData name="HEMA VARSHNI M" userId="9cb6cf49-e914-4d34-81b2-ef8b7c42e1ec" providerId="ADAL" clId="{D8161BC3-852B-4FEC-90FA-A941E8668ECF}" dt="2026-05-29T18:12:21.678" v="310" actId="478"/>
          <ac:picMkLst>
            <pc:docMk/>
            <pc:sldMk cId="1129944311" sldId="268"/>
            <ac:picMk id="10" creationId="{DB635B30-71DA-4F13-612B-F241837ED2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9BFEC-BAA6-457F-B3B4-0563E2DCA6AC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B92A2-802C-4C09-BACD-460B6A147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7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B92A2-802C-4C09-BACD-460B6A14718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64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413-98A2-91B2-E867-0735313AF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1411-B99D-CD52-DF7E-6A51A947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F8B-A3B8-AABC-24DA-7AAD0AB7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E9E3-EF44-3135-638C-3AF32E96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EBDF-3705-BBED-A5A9-998D3D2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92B8-3DD8-CA2B-9E41-6A0424C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30F1-84AD-4C50-B30E-A948E803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E8E-5580-01E8-5BFB-FF3CC86F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10A4-BD37-7EB9-FC87-43FB1889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FCED-8E9E-22E8-EB3E-B5ED5134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2F09-07BE-BCBC-4124-F7C563E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90AB-6E89-B786-BEC2-A666E3BF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ADCE-C884-4AC9-8758-24AFAD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7101-444E-45E6-1F07-7DA122A7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E4F4-6861-A8D1-BB79-E1F7689E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6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1B1C-AD1C-9647-F56D-4ABA5406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3A8-A5CE-ED82-E07D-577CE249A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7C6FC-E928-9533-9D15-8A09B42F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F5722-CB47-8F6F-1D74-78F74073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7126-D050-3A66-0934-DBF9F4E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627F9-BA75-BB95-387B-21A5B2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F21-2BC2-B9CC-9A9A-6FDA82A9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B019-013D-4A53-A73E-D1F5939A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71DE6-984B-A7E2-E04E-2937344D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811D-57B2-4F77-03F4-FB0940F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62B42-1A88-F7D5-3E8A-5781E7503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CD8E-516D-4EA1-D828-26A52D8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6F2D-CDA2-E9CD-222B-07E94DD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CEAA6-518A-4C21-875F-8089AE6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5BC3-96F0-9E60-D884-3A1B4385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6166D-4255-D541-F874-B360B67F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4CE4-E95D-3B16-8571-0BEDE48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6B32-ECE6-E534-407E-DE613A8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1C172-2F15-62D3-4867-6D94D66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D80A-08E9-14EB-316A-0146BCBF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EC1C-8142-2AC4-F2BA-CBDB9A7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CAA6-69E5-599B-0352-97BB8283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46D2-9290-A0A2-D340-2724D7F7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04EE3-18AD-5184-9B50-3D5E27F02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EBE0-3853-C8EB-58AA-94D33C0D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9CD-CA08-38E5-1E4F-C82E6F8C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C3992-9D27-D697-146A-075957B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4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BD39-859B-9828-BB0C-E29CF94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E4FEC-6633-44AB-F243-BA3D2BFA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0E200-5286-5A1A-15AA-1942D06C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787EF-68BF-C3DE-EE06-D19220E9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C15AC-F337-932F-94AA-19B1247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4DD1-7B0F-F643-C582-D1C14424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5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6795-2CA7-E821-32E4-D1025967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00C3-A94E-B685-119B-96B7B8B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1EC-A54D-E712-1884-6C2999F5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8634-36CD-4394-7C7C-005128F6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5008-1C1F-E7B3-B507-5FCC79A7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9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8C5BA-8043-06F5-2D1B-B2F87F6F3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6328-D0B1-8B74-EF81-EE0CB8B2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2C70-4C65-2705-4610-7F31CF6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1864-EE86-8F7E-1E09-32744844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ECB9-5537-A0F8-BFC4-6E920EEF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1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9AFA5-AEE1-0A01-E69F-C05005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D1B3-B80A-BB2F-FA37-B8A8B91A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339-ACAA-0701-C9DE-067A04F6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F519-5407-70DB-17F1-AF18EED63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9D4A-D0BE-F529-1ECB-39E19FB2A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65AC-1A2F-333D-B332-CAF8313E5CA1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RESEARCH PAPER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41B7-1DC0-4229-BF21-42B8DB91036B}"/>
              </a:ext>
            </a:extLst>
          </p:cNvPr>
          <p:cNvSpPr txBox="1"/>
          <p:nvPr/>
        </p:nvSpPr>
        <p:spPr>
          <a:xfrm>
            <a:off x="640079" y="2872898"/>
            <a:ext cx="5940603" cy="2095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 Reinforced Concrete: A Review (2011)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By </a:t>
            </a:r>
            <a:r>
              <a:rPr lang="en-IN" sz="1600" dirty="0"/>
              <a:t>Hamid </a:t>
            </a:r>
            <a:r>
              <a:rPr lang="en-IN" sz="1600" dirty="0" err="1"/>
              <a:t>Pesaran</a:t>
            </a:r>
            <a:r>
              <a:rPr lang="en-IN" sz="1600" dirty="0"/>
              <a:t> Behbahani, Behzad Nematollahi, Majid </a:t>
            </a:r>
            <a:r>
              <a:rPr lang="en-IN" sz="1600" dirty="0" err="1"/>
              <a:t>Farasatpour</a:t>
            </a:r>
            <a:r>
              <a:rPr lang="en-IN" sz="1600" dirty="0"/>
              <a:t>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paper on Steel Fiber Reinforced Concrete (SFRC)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Discusses properties, behavior, applications, and limitations of SFRC</a:t>
            </a:r>
          </a:p>
        </p:txBody>
      </p:sp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59651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89A024-D4EA-F962-3ABC-4E44579CE80B}"/>
              </a:ext>
            </a:extLst>
          </p:cNvPr>
          <p:cNvSpPr txBox="1"/>
          <p:nvPr/>
        </p:nvSpPr>
        <p:spPr>
          <a:xfrm>
            <a:off x="1423142" y="5155098"/>
            <a:ext cx="4051843" cy="11560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HEMA VARSHNI	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DEPT: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Civil Engineering|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Dr.Keerthana Kirupakaran</a:t>
            </a:r>
          </a:p>
        </p:txBody>
      </p:sp>
    </p:spTree>
    <p:extLst>
      <p:ext uri="{BB962C8B-B14F-4D97-AF65-F5344CB8AC3E}">
        <p14:creationId xmlns:p14="http://schemas.microsoft.com/office/powerpoint/2010/main" val="79471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7669-1A81-2109-BF42-7A0E0FB3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C5F1F-266D-F88A-DBD6-9CA9ECEE5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1B290-AC49-FF2A-FA68-2E1AA6369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2C7BA-F8C1-B595-C646-12739E303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7500C-B81E-CCF9-A492-23A369AB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D2F64-98A3-1119-22C5-27D3FAD30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722E3-C28A-C915-09CF-F8CA7D7E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691" y="291792"/>
            <a:ext cx="8388388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FIBERS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9E4F-62CD-F2B9-30B9-0E4E5A61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47143"/>
            <a:ext cx="4175760" cy="5078313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Fibers: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Conventional Concrete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classifies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Modulus of Elasticity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Elastic Modulus Fibers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glass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Improve: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strength 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resistance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Elastic Modulus Fibers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polypropylene 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improve:</a:t>
            </a:r>
          </a:p>
          <a:p>
            <a:pPr lvl="1">
              <a:lnSpc>
                <a:spcPct val="11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resistance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D6C57F5-DA1C-23CC-3D39-C10468FE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14B74E-A851-0CBE-E9E5-0307C78696E7}"/>
              </a:ext>
            </a:extLst>
          </p:cNvPr>
          <p:cNvSpPr txBox="1"/>
          <p:nvPr/>
        </p:nvSpPr>
        <p:spPr>
          <a:xfrm>
            <a:off x="8124244" y="1847143"/>
            <a:ext cx="37789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Origin of Fibers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 Fibers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stainless steel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Mineral Fibers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asbestos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Fibers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different mechanical performance depending 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stiffness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control ability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FBB156-546D-2572-CCD4-A232471E4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927" y="1861759"/>
            <a:ext cx="3991532" cy="3600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E2349A-0F2C-EE94-9109-75E694E1DD8F}"/>
              </a:ext>
            </a:extLst>
          </p:cNvPr>
          <p:cNvSpPr txBox="1"/>
          <p:nvPr/>
        </p:nvSpPr>
        <p:spPr>
          <a:xfrm>
            <a:off x="3927424" y="5712423"/>
            <a:ext cx="3629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Fibers Classification (James Patrick Maina Mwangi, 1985)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52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682D-706F-D7EB-E000-68EEB5B6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14C31A-ED01-983C-71CF-F2760191C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2793F-DAB6-6421-6647-8428ECE15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B6279-05A2-67A5-DC45-C783F9207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1D278D-9CBD-5800-FD4D-6DF9468CA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64367-9CFE-EDB3-EB35-396307714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C97E-E800-7DED-8BAB-7E036A57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471" y="339610"/>
            <a:ext cx="720305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STEEL FIBER REINFORCED CONCRETE (SFRC)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2DE2-85C7-D32B-E51E-0C66E9DF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9" y="1930351"/>
            <a:ext cx="3483063" cy="41256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SFRC: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ACI 544.IR (1996):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SFRC consists of: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cement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distributed steel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Steel Fibers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ratio between 20–100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cross-sections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shapes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214C4D5A-ADFD-3CFE-C8EE-5A4CBB79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7CB265-46FD-6A4C-0978-73B1B73DFBE2}"/>
              </a:ext>
            </a:extLst>
          </p:cNvPr>
          <p:cNvSpPr txBox="1">
            <a:spLocks/>
          </p:cNvSpPr>
          <p:nvPr/>
        </p:nvSpPr>
        <p:spPr>
          <a:xfrm>
            <a:off x="7318691" y="1785534"/>
            <a:ext cx="4553520" cy="4934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SFRC Classification by Fiber Volume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Low Volume Fraction (&lt;1%)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shrinkage control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pavements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Moderate Volume Fraction (1–2%)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toughness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resistance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 Volume Fraction (&gt;2%)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resistant structures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SIFCON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SIMCON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3E5B1-C626-D14B-BEFF-6C8D10097AA9}"/>
              </a:ext>
            </a:extLst>
          </p:cNvPr>
          <p:cNvSpPr txBox="1"/>
          <p:nvPr/>
        </p:nvSpPr>
        <p:spPr>
          <a:xfrm>
            <a:off x="3942413" y="1712889"/>
            <a:ext cx="3376278" cy="2633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improves: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toughness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resistance 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workability.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A56A5F-2458-C277-B242-823790BB8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22"/>
          <a:stretch>
            <a:fillRect/>
          </a:stretch>
        </p:blipFill>
        <p:spPr>
          <a:xfrm>
            <a:off x="3622624" y="4346302"/>
            <a:ext cx="3685736" cy="18030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7CE084-E3D4-F5BD-A192-53EF2BDE7929}"/>
              </a:ext>
            </a:extLst>
          </p:cNvPr>
          <p:cNvSpPr txBox="1"/>
          <p:nvPr/>
        </p:nvSpPr>
        <p:spPr>
          <a:xfrm>
            <a:off x="3650758" y="6133880"/>
            <a:ext cx="334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Shapes of Steel Fibers (ACI544.IR, 1996)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4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E0BA-3EE4-81DF-0F4C-060052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9C5A3-F222-DB82-5DE8-0E473683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164" y="275924"/>
            <a:ext cx="7367667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&amp; APPLICATIONS OF SFRC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4B8-D776-3DF0-1E89-F5E10CCD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66665"/>
            <a:ext cx="3846611" cy="433743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SFRC: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states that SFRC improves: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strength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strength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control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Bridging Mechanism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redistribute stresses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cracks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post-cracking strength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8D075B2C-E8B8-40B7-2C37-516E0345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1E395-08EE-401D-C199-81135BC81A28}"/>
              </a:ext>
            </a:extLst>
          </p:cNvPr>
          <p:cNvSpPr txBox="1"/>
          <p:nvPr/>
        </p:nvSpPr>
        <p:spPr>
          <a:xfrm>
            <a:off x="7375809" y="1873356"/>
            <a:ext cx="43568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SFRC: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discusses applications in: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Pavements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slab thickness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fatigue resistance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Hydraulic Structures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cavitation resistance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Fibre Shotcrete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tunnel lining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 stabilization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Precast Structures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manhole covers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bases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Structural Applications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shear strength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earthquake resistance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resistance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D6A56-39BE-8827-F949-9D73DE675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16" y="2752812"/>
            <a:ext cx="3772426" cy="1991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5792F2-0AEB-A9DB-4523-7FFE499ED69B}"/>
              </a:ext>
            </a:extLst>
          </p:cNvPr>
          <p:cNvSpPr txBox="1"/>
          <p:nvPr/>
        </p:nvSpPr>
        <p:spPr>
          <a:xfrm>
            <a:off x="3888182" y="4859198"/>
            <a:ext cx="334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Load-Deflection Curves for Plain and Fibrous Concrete (ACI 544.IR, 1996)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EB54-7041-44C7-A306-4B70698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84570E-350C-C649-BAC0-DD43D942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8C6A96-9DFA-4613-507C-3A21130E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6674-90ED-6301-4024-DACE385D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CB53-DE2D-795D-4AC0-154EC72C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B2197-470E-4B0B-16ED-83952CBE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53B-311F-67D1-E3E5-4A4371CD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69" y="339610"/>
            <a:ext cx="8881673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PROPERTIES OF SFRC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EF41-FEAD-89BD-866E-3C0B67CF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365" y="2024189"/>
            <a:ext cx="2993326" cy="4298601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Properties Discussed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Compressive Strength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steel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compressive strength slightly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ductility and toughness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observed: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0–15%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Shear Strength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SFRC significantly improves: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resistance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punching shear strength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may reach: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170% 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586A3E6-D2E1-78EF-7E2D-9FB8747AC3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36B3EF-2CDA-D3D5-BBB6-D7CF2F76C4AB}"/>
              </a:ext>
            </a:extLst>
          </p:cNvPr>
          <p:cNvSpPr txBox="1"/>
          <p:nvPr/>
        </p:nvSpPr>
        <p:spPr>
          <a:xfrm>
            <a:off x="7448555" y="3778928"/>
            <a:ext cx="39741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Effects of SFs Content on Compressive Stress-Strain Curve of FRC (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Padmarajaiah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Ramaswamy, 2002)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9E490-F715-6476-8C02-FDF95FC723BE}"/>
              </a:ext>
            </a:extLst>
          </p:cNvPr>
          <p:cNvSpPr txBox="1"/>
          <p:nvPr/>
        </p:nvSpPr>
        <p:spPr>
          <a:xfrm>
            <a:off x="7655107" y="6322790"/>
            <a:ext cx="458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Influence of Fibre Content on Tensile Strength (Johnston ACI-SP44-Detrpit 1974)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B672F-F850-2017-3E2E-CEFF95285F54}"/>
              </a:ext>
            </a:extLst>
          </p:cNvPr>
          <p:cNvSpPr txBox="1">
            <a:spLocks/>
          </p:cNvSpPr>
          <p:nvPr/>
        </p:nvSpPr>
        <p:spPr>
          <a:xfrm>
            <a:off x="4177299" y="2024189"/>
            <a:ext cx="2160072" cy="2304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Tensile Strength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Steel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fibers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improve: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crack resistance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post-cracking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behavior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Increase depends 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orientation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60C7C-CF7A-FF49-33E4-437FC9C8940C}"/>
              </a:ext>
            </a:extLst>
          </p:cNvPr>
          <p:cNvSpPr txBox="1"/>
          <p:nvPr/>
        </p:nvSpPr>
        <p:spPr>
          <a:xfrm>
            <a:off x="4004118" y="4387859"/>
            <a:ext cx="24197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Insight: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mainly improve post-cracking performance and toughness rather than peak compressive strength.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1D74DA-075D-25F0-7CB6-C9139293E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755" y="1712889"/>
            <a:ext cx="4588359" cy="19704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21190E-8270-B8B8-3B6E-785A732B1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107" y="4567036"/>
            <a:ext cx="3561083" cy="164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3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2F8E-46F9-7D8A-F3FF-5D35170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19DE87-0656-1865-B1A1-9F107CB7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01621-1059-2B03-3D02-3C73A97D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8DC2B-CFCB-E0DF-0518-7E24DEB0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7BC0-79FF-70DB-E29D-B862207A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571EB-2BF8-EF68-47F9-F0CB196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B6D3A-F49C-5B44-4FEE-D1AB5BC5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39" y="278535"/>
            <a:ext cx="7135318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DURABILITY &amp; FLEXURAL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6778-9131-82D8-23A5-D8B451ED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89" y="1804210"/>
            <a:ext cx="3991638" cy="42473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 of SFRC: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explains that SFRC: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crack width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corrosion resistance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long-term durability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Observation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showed: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 wide surface cracks corroded significantly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major concrete spalling observed 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556C5F0-F0CC-322B-AB50-2EEE8DF5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85E47-A280-E33E-DBEA-22AC6A92E1B9}"/>
              </a:ext>
            </a:extLst>
          </p:cNvPr>
          <p:cNvSpPr txBox="1"/>
          <p:nvPr/>
        </p:nvSpPr>
        <p:spPr>
          <a:xfrm>
            <a:off x="4122246" y="1810899"/>
            <a:ext cx="37810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Strength &amp; Toughness: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Addition of steel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greatly improves flexural strength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energy absorption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impact resistance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Reported improvement: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strength increased by ~55%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Resistivity: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electrical resistivity because: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conductive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hydration products later reduce conductivity effects.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939B3-11AA-3FBF-CD1B-3EBD7EA1184F}"/>
              </a:ext>
            </a:extLst>
          </p:cNvPr>
          <p:cNvSpPr txBox="1"/>
          <p:nvPr/>
        </p:nvSpPr>
        <p:spPr>
          <a:xfrm>
            <a:off x="8321726" y="4659630"/>
            <a:ext cx="3527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Fibre Content on Concrete Electrical Resistivity (Tsai et al., 2009)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8D269-1A74-0872-7442-28A84A306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317" y="2198370"/>
            <a:ext cx="4288683" cy="246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52B55-9227-66DD-E467-08B156AA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87CEB-3B58-97E7-09CC-64A571146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719E6-E66B-60CB-8803-CD11F173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58BA0-2AA1-85A6-8DCA-B10613C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9C836-CC93-F6BD-B277-AA2D19272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112C6-6B5A-77BA-B193-471F075D2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6E65-5AFE-2F12-40B7-7970EF4B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743" y="291792"/>
            <a:ext cx="8077795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MAJOR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CD13-9C3B-1B78-3FD9-5FA6BB0A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589" y="2287706"/>
            <a:ext cx="3067622" cy="35536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of the Paper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SFRC significantly improves: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toughness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resistance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resistance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Steel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mainly improve: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post-cracking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absorption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arresting capacity 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C9C0268-C32A-E753-E233-F6762C92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9E5413-FC13-5644-28AE-656452095D58}"/>
              </a:ext>
            </a:extLst>
          </p:cNvPr>
          <p:cNvSpPr txBox="1"/>
          <p:nvPr/>
        </p:nvSpPr>
        <p:spPr>
          <a:xfrm>
            <a:off x="7857526" y="2504561"/>
            <a:ext cx="3982023" cy="299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Discussed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reduced workability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higher cost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mixing difficulties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challenges 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paper concludes that Steel Fiber Reinforced Concrete is an effective composite material capable of improving the mechanical performance and durability of concrete structures.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A6C8DB-A90A-70D5-AEB3-137888DFED11}"/>
              </a:ext>
            </a:extLst>
          </p:cNvPr>
          <p:cNvSpPr txBox="1"/>
          <p:nvPr/>
        </p:nvSpPr>
        <p:spPr>
          <a:xfrm>
            <a:off x="3982212" y="2484739"/>
            <a:ext cx="3875314" cy="3702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 Fiber performance depends 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aspect ratio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geometry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orientation 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4. SFRC has wide engineering applications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pavements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tunnels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hydraulic structures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seismic structures</a:t>
            </a:r>
          </a:p>
        </p:txBody>
      </p:sp>
    </p:spTree>
    <p:extLst>
      <p:ext uri="{BB962C8B-B14F-4D97-AF65-F5344CB8AC3E}">
        <p14:creationId xmlns:p14="http://schemas.microsoft.com/office/powerpoint/2010/main" val="70982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E0BFDA19CD04BBBC0BCA164A788D2" ma:contentTypeVersion="12" ma:contentTypeDescription="Create a new document." ma:contentTypeScope="" ma:versionID="7fbbd0cf0f9d76d8c506aa59d1764726">
  <xsd:schema xmlns:xsd="http://www.w3.org/2001/XMLSchema" xmlns:xs="http://www.w3.org/2001/XMLSchema" xmlns:p="http://schemas.microsoft.com/office/2006/metadata/properties" xmlns:ns3="b86f656f-868b-466e-be8d-86f11f258c7c" targetNamespace="http://schemas.microsoft.com/office/2006/metadata/properties" ma:root="true" ma:fieldsID="2ca97ea48aa22325c8a21e6571da8d44" ns3:_="">
    <xsd:import namespace="b86f656f-868b-466e-be8d-86f11f258c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656f-868b-466e-be8d-86f11f258c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6f656f-868b-466e-be8d-86f11f258c7c" xsi:nil="true"/>
  </documentManagement>
</p:properties>
</file>

<file path=customXml/itemProps1.xml><?xml version="1.0" encoding="utf-8"?>
<ds:datastoreItem xmlns:ds="http://schemas.openxmlformats.org/officeDocument/2006/customXml" ds:itemID="{DA4B08CB-A840-4646-8C3B-70CB53BFB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f656f-868b-466e-be8d-86f11f258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53BC1C-E1F0-4914-B23B-E068D5E8BF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B47977-72F7-466A-BD64-71CF679FD34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b86f656f-868b-466e-be8d-86f11f258c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753</Words>
  <Application>Microsoft Office PowerPoint</Application>
  <PresentationFormat>Widescreen</PresentationFormat>
  <Paragraphs>187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TYPES OF FIBERS</vt:lpstr>
      <vt:lpstr>STEEL FIBER REINFORCED CONCRETE (SFRC)</vt:lpstr>
      <vt:lpstr>BENEFITS &amp; APPLICATIONS OF SFRC</vt:lpstr>
      <vt:lpstr>MECHANICAL PROPERTIES OF SFRC</vt:lpstr>
      <vt:lpstr>DURABILITY &amp; FLEXURAL PERFORMANCE</vt:lpstr>
      <vt:lpstr>CONCLUSION &amp; MAJOR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VARSHNI M</dc:creator>
  <cp:lastModifiedBy>HEMA VARSHNI M</cp:lastModifiedBy>
  <cp:revision>3</cp:revision>
  <dcterms:created xsi:type="dcterms:W3CDTF">2026-05-29T06:13:10Z</dcterms:created>
  <dcterms:modified xsi:type="dcterms:W3CDTF">2026-05-30T13:47:51Z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0x010100682E0BFDA19CD04BBBC0BCA164A788D2</vt:lpwstr>
  </property>
</Properties>
</file>